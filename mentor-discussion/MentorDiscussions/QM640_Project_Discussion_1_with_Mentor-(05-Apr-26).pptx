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heme/themeOverride1.xml" ContentType="application/vnd.openxmlformats-officedocument.themeOverr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8" r:id="rId1"/>
    <p:sldMasterId id="2147483669" r:id="rId2"/>
  </p:sldMasterIdLst>
  <p:notesMasterIdLst>
    <p:notesMasterId r:id="rId12"/>
  </p:notesMasterIdLst>
  <p:sldIdLst>
    <p:sldId id="256" r:id="rId3"/>
    <p:sldId id="315" r:id="rId4"/>
    <p:sldId id="313" r:id="rId5"/>
    <p:sldId id="317" r:id="rId6"/>
    <p:sldId id="321" r:id="rId7"/>
    <p:sldId id="318" r:id="rId8"/>
    <p:sldId id="319" r:id="rId9"/>
    <p:sldId id="320" r:id="rId10"/>
    <p:sldId id="265" r:id="rId11"/>
  </p:sldIdLst>
  <p:sldSz cx="9144000" cy="5143500" type="screen16x9"/>
  <p:notesSz cx="6858000" cy="9144000"/>
  <p:embeddedFontLst>
    <p:embeddedFont>
      <p:font typeface="Nunito" pitchFamily="2" charset="0"/>
      <p:regular r:id="rId13"/>
      <p:bold r:id="rId14"/>
      <p:italic r:id="rId15"/>
      <p:boldItalic r:id="rId16"/>
    </p:embeddedFont>
    <p:embeddedFont>
      <p:font typeface="Nunito ExtraBold" pitchFamily="2" charset="0"/>
      <p:bold r:id="rId17"/>
      <p:boldItalic r:id="rId18"/>
    </p:embeddedFont>
    <p:embeddedFont>
      <p:font typeface="Nunito SemiBold" pitchFamily="2" charset="0"/>
      <p:regular r:id="rId19"/>
      <p:bold r:id="rId20"/>
      <p:italic r:id="rId21"/>
      <p:boldItalic r:id="rId22"/>
    </p:embeddedFont>
    <p:embeddedFont>
      <p:font typeface="Roboto" panose="02000000000000000000" pitchFamily="2"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FFCC"/>
    <a:srgbClr val="66FFCC"/>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98F1D1-4252-4EFC-A0A7-3BF8565262D5}" v="96" dt="2026-04-05T08:35:14.829"/>
  </p1510:revLst>
</p1510:revInfo>
</file>

<file path=ppt/tableStyles.xml><?xml version="1.0" encoding="utf-8"?>
<a:tblStyleLst xmlns:a="http://schemas.openxmlformats.org/drawingml/2006/main" def="{60BA267F-57BB-4B82-9B38-EB87E1CD43B7}">
  <a:tblStyle styleId="{60BA267F-57BB-4B82-9B38-EB87E1CD43B7}" styleName="Table_0">
    <a:wholeTbl>
      <a:tcTxStyle b="off" i="off">
        <a:font>
          <a:latin typeface="Arial"/>
          <a:ea typeface="Arial"/>
          <a:cs typeface="Arial"/>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12700" cap="flat" cmpd="sng">
              <a:solidFill>
                <a:srgbClr val="5B9BD5"/>
              </a:solidFill>
              <a:prstDash val="solid"/>
              <a:round/>
              <a:headEnd type="none" w="sm" len="sm"/>
              <a:tailEnd type="none" w="sm" len="sm"/>
            </a:ln>
          </a:top>
          <a:bottom>
            <a:ln w="12700" cap="flat" cmpd="sng">
              <a:solidFill>
                <a:srgbClr val="5B9BD5"/>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fill>
          <a:solidFill>
            <a:srgbClr val="5B9BD5">
              <a:alpha val="20000"/>
            </a:srgbClr>
          </a:solidFill>
        </a:fill>
      </a:tcStyle>
    </a:band1H>
    <a:band2H>
      <a:tcTxStyle b="off" i="off"/>
      <a:tcStyle>
        <a:tcBdr/>
      </a:tcStyle>
    </a:band2H>
    <a:band1V>
      <a:tcTxStyle b="off" i="off"/>
      <a:tcStyle>
        <a:tcBdr/>
        <a:fill>
          <a:solidFill>
            <a:srgbClr val="5B9BD5">
              <a:alpha val="20000"/>
            </a:srgbClr>
          </a:solidFill>
        </a:fill>
      </a:tcStyle>
    </a:band1V>
    <a:band2V>
      <a:tcTxStyle b="off" i="off"/>
      <a:tcStyle>
        <a:tcBdr/>
      </a:tcStyle>
    </a:band2V>
    <a:lastCol>
      <a:tcTxStyle b="on" i="off"/>
      <a:tcStyle>
        <a:tcBdr/>
      </a:tcStyle>
    </a:lastCol>
    <a:firstCol>
      <a:tcTxStyle b="on" i="off"/>
      <a:tcStyle>
        <a:tcBdr/>
      </a:tcStyle>
    </a:firstCol>
    <a:lastRow>
      <a:tcTxStyle b="on" i="off"/>
      <a:tcStyle>
        <a:tcBdr>
          <a:top>
            <a:ln w="12700" cap="flat" cmpd="sng">
              <a:solidFill>
                <a:srgbClr val="5B9BD5"/>
              </a:solidFill>
              <a:prstDash val="solid"/>
              <a:round/>
              <a:headEnd type="none" w="sm" len="sm"/>
              <a:tailEnd type="none" w="sm" len="sm"/>
            </a:ln>
          </a:top>
        </a:tcBdr>
        <a:fill>
          <a:solidFill>
            <a:srgbClr val="FFFFFF">
              <a:alpha val="0"/>
            </a:srgbClr>
          </a:solidFill>
        </a:fill>
      </a:tcStyle>
    </a:lastRow>
    <a:seCell>
      <a:tcTxStyle b="off" i="off"/>
      <a:tcStyle>
        <a:tcBdr/>
      </a:tcStyle>
    </a:seCell>
    <a:swCell>
      <a:tcTxStyle b="off" i="off"/>
      <a:tcStyle>
        <a:tcBdr/>
      </a:tcStyle>
    </a:swCell>
    <a:firstRow>
      <a:tcTxStyle b="on" i="off"/>
      <a:tcStyle>
        <a:tcBdr>
          <a:bottom>
            <a:ln w="12700" cap="flat" cmpd="sng">
              <a:solidFill>
                <a:srgbClr val="5B9BD5"/>
              </a:solidFill>
              <a:prstDash val="solid"/>
              <a:round/>
              <a:headEnd type="none" w="sm" len="sm"/>
              <a:tailEnd type="none" w="sm" len="sm"/>
            </a:ln>
          </a:bottom>
        </a:tcBdr>
        <a:fill>
          <a:solidFill>
            <a:srgbClr val="FFFFFF">
              <a:alpha val="0"/>
            </a:srgbClr>
          </a:solidFill>
        </a:fill>
      </a:tcStyle>
    </a:firstRow>
    <a:neCell>
      <a:tcTxStyle b="off" i="off"/>
      <a:tcStyle>
        <a:tcBdr/>
      </a:tcStyle>
    </a:neCell>
    <a:nwCell>
      <a:tcTxStyle b="off" i="off"/>
      <a:tcStyle>
        <a:tcBdr/>
      </a:tcStyle>
    </a:nwCel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323" autoAdjust="0"/>
  </p:normalViewPr>
  <p:slideViewPr>
    <p:cSldViewPr snapToGrid="0">
      <p:cViewPr varScale="1">
        <p:scale>
          <a:sx n="82" d="100"/>
          <a:sy n="82" d="100"/>
        </p:scale>
        <p:origin x="820" y="280"/>
      </p:cViewPr>
      <p:guideLst>
        <p:guide orient="horz" pos="162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font" Target="fonts/font14.fntdata"/><Relationship Id="rId3" Type="http://schemas.openxmlformats.org/officeDocument/2006/relationships/slide" Target="slides/slide1.xml"/><Relationship Id="rId21" Type="http://schemas.openxmlformats.org/officeDocument/2006/relationships/font" Target="fonts/font9.fntdata"/><Relationship Id="rId7" Type="http://schemas.openxmlformats.org/officeDocument/2006/relationships/slide" Target="slides/slide5.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font" Target="fonts/font13.fntdata"/><Relationship Id="rId2" Type="http://schemas.openxmlformats.org/officeDocument/2006/relationships/slideMaster" Target="slideMasters/slideMaster2.xml"/><Relationship Id="rId16" Type="http://schemas.openxmlformats.org/officeDocument/2006/relationships/font" Target="fonts/font4.fntdata"/><Relationship Id="rId20" Type="http://schemas.openxmlformats.org/officeDocument/2006/relationships/font" Target="fonts/font8.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12.fntdata"/><Relationship Id="rId32"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font" Target="fonts/font3.fntdata"/><Relationship Id="rId23" Type="http://schemas.openxmlformats.org/officeDocument/2006/relationships/font" Target="fonts/font11.fntdata"/><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font" Target="fonts/font7.fntdata"/><Relationship Id="rId31"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envi, Ajit Ashok" userId="071e9822-93c4-49ff-b73c-8c6b3cb55e6c" providerId="ADAL" clId="{4B5B27F2-713A-4F3A-BEBD-4CA1B0C6DEF3}"/>
    <pc:docChg chg="undo custSel addSld delSld modSld">
      <pc:chgData name="Shenvi, Ajit Ashok" userId="071e9822-93c4-49ff-b73c-8c6b3cb55e6c" providerId="ADAL" clId="{4B5B27F2-713A-4F3A-BEBD-4CA1B0C6DEF3}" dt="2026-04-05T09:51:11.413" v="1473" actId="1038"/>
      <pc:docMkLst>
        <pc:docMk/>
      </pc:docMkLst>
      <pc:sldChg chg="modSp mod">
        <pc:chgData name="Shenvi, Ajit Ashok" userId="071e9822-93c4-49ff-b73c-8c6b3cb55e6c" providerId="ADAL" clId="{4B5B27F2-713A-4F3A-BEBD-4CA1B0C6DEF3}" dt="2026-04-05T09:51:11.413" v="1473" actId="1038"/>
        <pc:sldMkLst>
          <pc:docMk/>
          <pc:sldMk cId="0" sldId="256"/>
        </pc:sldMkLst>
        <pc:spChg chg="mod">
          <ac:chgData name="Shenvi, Ajit Ashok" userId="071e9822-93c4-49ff-b73c-8c6b3cb55e6c" providerId="ADAL" clId="{4B5B27F2-713A-4F3A-BEBD-4CA1B0C6DEF3}" dt="2026-04-05T09:50:49.662" v="1467" actId="1076"/>
          <ac:spMkLst>
            <pc:docMk/>
            <pc:sldMk cId="0" sldId="256"/>
            <ac:spMk id="105" creationId="{00000000-0000-0000-0000-000000000000}"/>
          </ac:spMkLst>
        </pc:spChg>
        <pc:spChg chg="mod">
          <ac:chgData name="Shenvi, Ajit Ashok" userId="071e9822-93c4-49ff-b73c-8c6b3cb55e6c" providerId="ADAL" clId="{4B5B27F2-713A-4F3A-BEBD-4CA1B0C6DEF3}" dt="2026-04-05T09:50:38.516" v="1466" actId="113"/>
          <ac:spMkLst>
            <pc:docMk/>
            <pc:sldMk cId="0" sldId="256"/>
            <ac:spMk id="106" creationId="{00000000-0000-0000-0000-000000000000}"/>
          </ac:spMkLst>
        </pc:spChg>
        <pc:spChg chg="mod">
          <ac:chgData name="Shenvi, Ajit Ashok" userId="071e9822-93c4-49ff-b73c-8c6b3cb55e6c" providerId="ADAL" clId="{4B5B27F2-713A-4F3A-BEBD-4CA1B0C6DEF3}" dt="2026-04-05T09:51:11.413" v="1473" actId="1038"/>
          <ac:spMkLst>
            <pc:docMk/>
            <pc:sldMk cId="0" sldId="256"/>
            <ac:spMk id="107" creationId="{00000000-0000-0000-0000-000000000000}"/>
          </ac:spMkLst>
        </pc:spChg>
      </pc:sldChg>
      <pc:sldChg chg="del">
        <pc:chgData name="Shenvi, Ajit Ashok" userId="071e9822-93c4-49ff-b73c-8c6b3cb55e6c" providerId="ADAL" clId="{4B5B27F2-713A-4F3A-BEBD-4CA1B0C6DEF3}" dt="2026-04-05T03:27:46.106" v="883" actId="47"/>
        <pc:sldMkLst>
          <pc:docMk/>
          <pc:sldMk cId="0" sldId="259"/>
        </pc:sldMkLst>
      </pc:sldChg>
      <pc:sldChg chg="del">
        <pc:chgData name="Shenvi, Ajit Ashok" userId="071e9822-93c4-49ff-b73c-8c6b3cb55e6c" providerId="ADAL" clId="{4B5B27F2-713A-4F3A-BEBD-4CA1B0C6DEF3}" dt="2026-04-05T03:08:27.894" v="548" actId="47"/>
        <pc:sldMkLst>
          <pc:docMk/>
          <pc:sldMk cId="1815942868" sldId="293"/>
        </pc:sldMkLst>
      </pc:sldChg>
      <pc:sldChg chg="del">
        <pc:chgData name="Shenvi, Ajit Ashok" userId="071e9822-93c4-49ff-b73c-8c6b3cb55e6c" providerId="ADAL" clId="{4B5B27F2-713A-4F3A-BEBD-4CA1B0C6DEF3}" dt="2026-04-05T03:21:39.157" v="767" actId="47"/>
        <pc:sldMkLst>
          <pc:docMk/>
          <pc:sldMk cId="2480048535" sldId="300"/>
        </pc:sldMkLst>
      </pc:sldChg>
      <pc:sldChg chg="del">
        <pc:chgData name="Shenvi, Ajit Ashok" userId="071e9822-93c4-49ff-b73c-8c6b3cb55e6c" providerId="ADAL" clId="{4B5B27F2-713A-4F3A-BEBD-4CA1B0C6DEF3}" dt="2026-04-05T03:21:39.157" v="767" actId="47"/>
        <pc:sldMkLst>
          <pc:docMk/>
          <pc:sldMk cId="1638971002" sldId="307"/>
        </pc:sldMkLst>
      </pc:sldChg>
      <pc:sldChg chg="del">
        <pc:chgData name="Shenvi, Ajit Ashok" userId="071e9822-93c4-49ff-b73c-8c6b3cb55e6c" providerId="ADAL" clId="{4B5B27F2-713A-4F3A-BEBD-4CA1B0C6DEF3}" dt="2026-04-05T03:21:39.157" v="767" actId="47"/>
        <pc:sldMkLst>
          <pc:docMk/>
          <pc:sldMk cId="391032050" sldId="309"/>
        </pc:sldMkLst>
      </pc:sldChg>
      <pc:sldChg chg="del">
        <pc:chgData name="Shenvi, Ajit Ashok" userId="071e9822-93c4-49ff-b73c-8c6b3cb55e6c" providerId="ADAL" clId="{4B5B27F2-713A-4F3A-BEBD-4CA1B0C6DEF3}" dt="2026-04-05T03:21:39.157" v="767" actId="47"/>
        <pc:sldMkLst>
          <pc:docMk/>
          <pc:sldMk cId="1591621577" sldId="310"/>
        </pc:sldMkLst>
      </pc:sldChg>
      <pc:sldChg chg="del">
        <pc:chgData name="Shenvi, Ajit Ashok" userId="071e9822-93c4-49ff-b73c-8c6b3cb55e6c" providerId="ADAL" clId="{4B5B27F2-713A-4F3A-BEBD-4CA1B0C6DEF3}" dt="2026-04-05T03:21:39.157" v="767" actId="47"/>
        <pc:sldMkLst>
          <pc:docMk/>
          <pc:sldMk cId="2301355130" sldId="311"/>
        </pc:sldMkLst>
      </pc:sldChg>
      <pc:sldChg chg="del">
        <pc:chgData name="Shenvi, Ajit Ashok" userId="071e9822-93c4-49ff-b73c-8c6b3cb55e6c" providerId="ADAL" clId="{4B5B27F2-713A-4F3A-BEBD-4CA1B0C6DEF3}" dt="2026-04-05T03:21:39.157" v="767" actId="47"/>
        <pc:sldMkLst>
          <pc:docMk/>
          <pc:sldMk cId="1810385425" sldId="312"/>
        </pc:sldMkLst>
      </pc:sldChg>
      <pc:sldChg chg="addSp delSp modSp mod">
        <pc:chgData name="Shenvi, Ajit Ashok" userId="071e9822-93c4-49ff-b73c-8c6b3cb55e6c" providerId="ADAL" clId="{4B5B27F2-713A-4F3A-BEBD-4CA1B0C6DEF3}" dt="2026-04-04T17:07:51.590" v="374" actId="6549"/>
        <pc:sldMkLst>
          <pc:docMk/>
          <pc:sldMk cId="2073152035" sldId="313"/>
        </pc:sldMkLst>
        <pc:spChg chg="del">
          <ac:chgData name="Shenvi, Ajit Ashok" userId="071e9822-93c4-49ff-b73c-8c6b3cb55e6c" providerId="ADAL" clId="{4B5B27F2-713A-4F3A-BEBD-4CA1B0C6DEF3}" dt="2026-04-04T16:59:50.313" v="268" actId="478"/>
          <ac:spMkLst>
            <pc:docMk/>
            <pc:sldMk cId="2073152035" sldId="313"/>
            <ac:spMk id="10" creationId="{C46301D1-6471-A637-C373-99AC1DD73814}"/>
          </ac:spMkLst>
        </pc:spChg>
        <pc:spChg chg="del">
          <ac:chgData name="Shenvi, Ajit Ashok" userId="071e9822-93c4-49ff-b73c-8c6b3cb55e6c" providerId="ADAL" clId="{4B5B27F2-713A-4F3A-BEBD-4CA1B0C6DEF3}" dt="2026-04-04T16:59:45.909" v="267" actId="478"/>
          <ac:spMkLst>
            <pc:docMk/>
            <pc:sldMk cId="2073152035" sldId="313"/>
            <ac:spMk id="11" creationId="{78D6D95A-B421-A97A-481D-6E293E9AA92C}"/>
          </ac:spMkLst>
        </pc:spChg>
        <pc:spChg chg="del">
          <ac:chgData name="Shenvi, Ajit Ashok" userId="071e9822-93c4-49ff-b73c-8c6b3cb55e6c" providerId="ADAL" clId="{4B5B27F2-713A-4F3A-BEBD-4CA1B0C6DEF3}" dt="2026-04-04T16:59:40.548" v="265" actId="478"/>
          <ac:spMkLst>
            <pc:docMk/>
            <pc:sldMk cId="2073152035" sldId="313"/>
            <ac:spMk id="12" creationId="{FE2E1BD5-35CC-A9BD-8638-5012AAB631C0}"/>
          </ac:spMkLst>
        </pc:spChg>
        <pc:spChg chg="del">
          <ac:chgData name="Shenvi, Ajit Ashok" userId="071e9822-93c4-49ff-b73c-8c6b3cb55e6c" providerId="ADAL" clId="{4B5B27F2-713A-4F3A-BEBD-4CA1B0C6DEF3}" dt="2026-04-04T16:59:44.777" v="266" actId="478"/>
          <ac:spMkLst>
            <pc:docMk/>
            <pc:sldMk cId="2073152035" sldId="313"/>
            <ac:spMk id="13" creationId="{37F3C487-6F90-93C0-935D-6D863D18FB6C}"/>
          </ac:spMkLst>
        </pc:spChg>
        <pc:spChg chg="add mod">
          <ac:chgData name="Shenvi, Ajit Ashok" userId="071e9822-93c4-49ff-b73c-8c6b3cb55e6c" providerId="ADAL" clId="{4B5B27F2-713A-4F3A-BEBD-4CA1B0C6DEF3}" dt="2026-04-04T17:00:48.618" v="306" actId="255"/>
          <ac:spMkLst>
            <pc:docMk/>
            <pc:sldMk cId="2073152035" sldId="313"/>
            <ac:spMk id="14" creationId="{A7295827-E3A6-8DAF-91D5-7C5D12190A5F}"/>
          </ac:spMkLst>
        </pc:spChg>
        <pc:spChg chg="del">
          <ac:chgData name="Shenvi, Ajit Ashok" userId="071e9822-93c4-49ff-b73c-8c6b3cb55e6c" providerId="ADAL" clId="{4B5B27F2-713A-4F3A-BEBD-4CA1B0C6DEF3}" dt="2026-04-04T16:59:52.218" v="269" actId="478"/>
          <ac:spMkLst>
            <pc:docMk/>
            <pc:sldMk cId="2073152035" sldId="313"/>
            <ac:spMk id="15" creationId="{A1713467-95C2-4432-46E8-A02C65EB93C8}"/>
          </ac:spMkLst>
        </pc:spChg>
        <pc:spChg chg="add del mod">
          <ac:chgData name="Shenvi, Ajit Ashok" userId="071e9822-93c4-49ff-b73c-8c6b3cb55e6c" providerId="ADAL" clId="{4B5B27F2-713A-4F3A-BEBD-4CA1B0C6DEF3}" dt="2026-04-04T17:00:21.783" v="274" actId="478"/>
          <ac:spMkLst>
            <pc:docMk/>
            <pc:sldMk cId="2073152035" sldId="313"/>
            <ac:spMk id="16" creationId="{27677676-4EA2-0368-603C-8144C1F90A9A}"/>
          </ac:spMkLst>
        </pc:spChg>
        <pc:spChg chg="add mod">
          <ac:chgData name="Shenvi, Ajit Ashok" userId="071e9822-93c4-49ff-b73c-8c6b3cb55e6c" providerId="ADAL" clId="{4B5B27F2-713A-4F3A-BEBD-4CA1B0C6DEF3}" dt="2026-04-04T17:07:51.590" v="374" actId="6549"/>
          <ac:spMkLst>
            <pc:docMk/>
            <pc:sldMk cId="2073152035" sldId="313"/>
            <ac:spMk id="18" creationId="{F6914803-4932-539D-66C1-EDE4CEA5023B}"/>
          </ac:spMkLst>
        </pc:spChg>
        <pc:spChg chg="add mod">
          <ac:chgData name="Shenvi, Ajit Ashok" userId="071e9822-93c4-49ff-b73c-8c6b3cb55e6c" providerId="ADAL" clId="{4B5B27F2-713A-4F3A-BEBD-4CA1B0C6DEF3}" dt="2026-04-04T17:07:28.806" v="373" actId="208"/>
          <ac:spMkLst>
            <pc:docMk/>
            <pc:sldMk cId="2073152035" sldId="313"/>
            <ac:spMk id="20" creationId="{71F30550-5B56-8F37-B0E7-58F7E3FE8EB2}"/>
          </ac:spMkLst>
        </pc:spChg>
        <pc:spChg chg="del mod">
          <ac:chgData name="Shenvi, Ajit Ashok" userId="071e9822-93c4-49ff-b73c-8c6b3cb55e6c" providerId="ADAL" clId="{4B5B27F2-713A-4F3A-BEBD-4CA1B0C6DEF3}" dt="2026-04-04T17:00:01.799" v="271" actId="478"/>
          <ac:spMkLst>
            <pc:docMk/>
            <pc:sldMk cId="2073152035" sldId="313"/>
            <ac:spMk id="118" creationId="{508FF5D5-BC1C-A99D-657F-999557BE1565}"/>
          </ac:spMkLst>
        </pc:spChg>
        <pc:picChg chg="del">
          <ac:chgData name="Shenvi, Ajit Ashok" userId="071e9822-93c4-49ff-b73c-8c6b3cb55e6c" providerId="ADAL" clId="{4B5B27F2-713A-4F3A-BEBD-4CA1B0C6DEF3}" dt="2026-04-04T16:59:50.313" v="268" actId="478"/>
          <ac:picMkLst>
            <pc:docMk/>
            <pc:sldMk cId="2073152035" sldId="313"/>
            <ac:picMk id="3" creationId="{AAA2265C-FAA7-7ABE-1312-485B4B6C6D6D}"/>
          </ac:picMkLst>
        </pc:picChg>
        <pc:picChg chg="del">
          <ac:chgData name="Shenvi, Ajit Ashok" userId="071e9822-93c4-49ff-b73c-8c6b3cb55e6c" providerId="ADAL" clId="{4B5B27F2-713A-4F3A-BEBD-4CA1B0C6DEF3}" dt="2026-04-04T16:59:50.313" v="268" actId="478"/>
          <ac:picMkLst>
            <pc:docMk/>
            <pc:sldMk cId="2073152035" sldId="313"/>
            <ac:picMk id="4" creationId="{6673687E-5684-B960-6EB0-77BE2DA55459}"/>
          </ac:picMkLst>
        </pc:picChg>
        <pc:picChg chg="del">
          <ac:chgData name="Shenvi, Ajit Ashok" userId="071e9822-93c4-49ff-b73c-8c6b3cb55e6c" providerId="ADAL" clId="{4B5B27F2-713A-4F3A-BEBD-4CA1B0C6DEF3}" dt="2026-04-04T16:59:50.313" v="268" actId="478"/>
          <ac:picMkLst>
            <pc:docMk/>
            <pc:sldMk cId="2073152035" sldId="313"/>
            <ac:picMk id="5" creationId="{B942C538-D097-6C92-310A-8B3B3270006C}"/>
          </ac:picMkLst>
        </pc:picChg>
        <pc:picChg chg="del">
          <ac:chgData name="Shenvi, Ajit Ashok" userId="071e9822-93c4-49ff-b73c-8c6b3cb55e6c" providerId="ADAL" clId="{4B5B27F2-713A-4F3A-BEBD-4CA1B0C6DEF3}" dt="2026-04-04T16:59:50.313" v="268" actId="478"/>
          <ac:picMkLst>
            <pc:docMk/>
            <pc:sldMk cId="2073152035" sldId="313"/>
            <ac:picMk id="6" creationId="{2F9623AF-5B16-FBD6-4EB8-0F04AD1EA4B1}"/>
          </ac:picMkLst>
        </pc:picChg>
        <pc:picChg chg="del">
          <ac:chgData name="Shenvi, Ajit Ashok" userId="071e9822-93c4-49ff-b73c-8c6b3cb55e6c" providerId="ADAL" clId="{4B5B27F2-713A-4F3A-BEBD-4CA1B0C6DEF3}" dt="2026-04-04T16:59:44.777" v="266" actId="478"/>
          <ac:picMkLst>
            <pc:docMk/>
            <pc:sldMk cId="2073152035" sldId="313"/>
            <ac:picMk id="7" creationId="{2A240852-36D6-A8B7-D27C-B7D9C7EF43F1}"/>
          </ac:picMkLst>
        </pc:picChg>
        <pc:picChg chg="del">
          <ac:chgData name="Shenvi, Ajit Ashok" userId="071e9822-93c4-49ff-b73c-8c6b3cb55e6c" providerId="ADAL" clId="{4B5B27F2-713A-4F3A-BEBD-4CA1B0C6DEF3}" dt="2026-04-04T16:59:44.777" v="266" actId="478"/>
          <ac:picMkLst>
            <pc:docMk/>
            <pc:sldMk cId="2073152035" sldId="313"/>
            <ac:picMk id="8" creationId="{59C4FDC1-F63E-3864-0C3F-433CF99B754E}"/>
          </ac:picMkLst>
        </pc:picChg>
        <pc:picChg chg="del">
          <ac:chgData name="Shenvi, Ajit Ashok" userId="071e9822-93c4-49ff-b73c-8c6b3cb55e6c" providerId="ADAL" clId="{4B5B27F2-713A-4F3A-BEBD-4CA1B0C6DEF3}" dt="2026-04-04T16:59:44.777" v="266" actId="478"/>
          <ac:picMkLst>
            <pc:docMk/>
            <pc:sldMk cId="2073152035" sldId="313"/>
            <ac:picMk id="9" creationId="{14F163E8-9A78-57CF-4515-30548E11163A}"/>
          </ac:picMkLst>
        </pc:picChg>
      </pc:sldChg>
      <pc:sldChg chg="del">
        <pc:chgData name="Shenvi, Ajit Ashok" userId="071e9822-93c4-49ff-b73c-8c6b3cb55e6c" providerId="ADAL" clId="{4B5B27F2-713A-4F3A-BEBD-4CA1B0C6DEF3}" dt="2026-04-05T03:21:39.157" v="767" actId="47"/>
        <pc:sldMkLst>
          <pc:docMk/>
          <pc:sldMk cId="637958693" sldId="314"/>
        </pc:sldMkLst>
      </pc:sldChg>
      <pc:sldChg chg="addSp delSp modSp mod">
        <pc:chgData name="Shenvi, Ajit Ashok" userId="071e9822-93c4-49ff-b73c-8c6b3cb55e6c" providerId="ADAL" clId="{4B5B27F2-713A-4F3A-BEBD-4CA1B0C6DEF3}" dt="2026-04-04T16:59:00.114" v="255" actId="208"/>
        <pc:sldMkLst>
          <pc:docMk/>
          <pc:sldMk cId="4151563092" sldId="315"/>
        </pc:sldMkLst>
        <pc:spChg chg="add mod">
          <ac:chgData name="Shenvi, Ajit Ashok" userId="071e9822-93c4-49ff-b73c-8c6b3cb55e6c" providerId="ADAL" clId="{4B5B27F2-713A-4F3A-BEBD-4CA1B0C6DEF3}" dt="2026-04-04T16:57:30.997" v="242" actId="208"/>
          <ac:spMkLst>
            <pc:docMk/>
            <pc:sldMk cId="4151563092" sldId="315"/>
            <ac:spMk id="2" creationId="{1AA55583-5454-85BD-0BB1-55A3B49C10CA}"/>
          </ac:spMkLst>
        </pc:spChg>
        <pc:spChg chg="add mod">
          <ac:chgData name="Shenvi, Ajit Ashok" userId="071e9822-93c4-49ff-b73c-8c6b3cb55e6c" providerId="ADAL" clId="{4B5B27F2-713A-4F3A-BEBD-4CA1B0C6DEF3}" dt="2026-04-04T16:59:00.114" v="255" actId="208"/>
          <ac:spMkLst>
            <pc:docMk/>
            <pc:sldMk cId="4151563092" sldId="315"/>
            <ac:spMk id="4" creationId="{2028DE92-3044-24E2-4AC4-22B3F64E3BF5}"/>
          </ac:spMkLst>
        </pc:spChg>
        <pc:spChg chg="mod">
          <ac:chgData name="Shenvi, Ajit Ashok" userId="071e9822-93c4-49ff-b73c-8c6b3cb55e6c" providerId="ADAL" clId="{4B5B27F2-713A-4F3A-BEBD-4CA1B0C6DEF3}" dt="2026-04-04T16:54:52.126" v="224" actId="21"/>
          <ac:spMkLst>
            <pc:docMk/>
            <pc:sldMk cId="4151563092" sldId="315"/>
            <ac:spMk id="21" creationId="{6C4646F7-853E-8A77-D73C-AFAA685E1B05}"/>
          </ac:spMkLst>
        </pc:spChg>
        <pc:spChg chg="del">
          <ac:chgData name="Shenvi, Ajit Ashok" userId="071e9822-93c4-49ff-b73c-8c6b3cb55e6c" providerId="ADAL" clId="{4B5B27F2-713A-4F3A-BEBD-4CA1B0C6DEF3}" dt="2026-04-04T16:46:26.631" v="156" actId="478"/>
          <ac:spMkLst>
            <pc:docMk/>
            <pc:sldMk cId="4151563092" sldId="315"/>
            <ac:spMk id="22" creationId="{2CE904EA-F3D7-96C1-0377-447795EA03E1}"/>
          </ac:spMkLst>
        </pc:spChg>
        <pc:spChg chg="mod">
          <ac:chgData name="Shenvi, Ajit Ashok" userId="071e9822-93c4-49ff-b73c-8c6b3cb55e6c" providerId="ADAL" clId="{4B5B27F2-713A-4F3A-BEBD-4CA1B0C6DEF3}" dt="2026-04-04T16:58:17.565" v="254" actId="20577"/>
          <ac:spMkLst>
            <pc:docMk/>
            <pc:sldMk cId="4151563092" sldId="315"/>
            <ac:spMk id="118" creationId="{B62E78FD-0D2C-0FE1-C79D-AAA1DC47D63C}"/>
          </ac:spMkLst>
        </pc:spChg>
        <pc:graphicFrameChg chg="del">
          <ac:chgData name="Shenvi, Ajit Ashok" userId="071e9822-93c4-49ff-b73c-8c6b3cb55e6c" providerId="ADAL" clId="{4B5B27F2-713A-4F3A-BEBD-4CA1B0C6DEF3}" dt="2026-04-04T16:46:23.203" v="154" actId="478"/>
          <ac:graphicFrameMkLst>
            <pc:docMk/>
            <pc:sldMk cId="4151563092" sldId="315"/>
            <ac:graphicFrameMk id="3" creationId="{17B6CFBD-B264-C32C-6FF0-79EEC6F47C35}"/>
          </ac:graphicFrameMkLst>
        </pc:graphicFrameChg>
        <pc:graphicFrameChg chg="del">
          <ac:chgData name="Shenvi, Ajit Ashok" userId="071e9822-93c4-49ff-b73c-8c6b3cb55e6c" providerId="ADAL" clId="{4B5B27F2-713A-4F3A-BEBD-4CA1B0C6DEF3}" dt="2026-04-04T16:46:24.475" v="155" actId="478"/>
          <ac:graphicFrameMkLst>
            <pc:docMk/>
            <pc:sldMk cId="4151563092" sldId="315"/>
            <ac:graphicFrameMk id="9" creationId="{05F7139E-645B-8B6B-A08F-E2484EF53C73}"/>
          </ac:graphicFrameMkLst>
        </pc:graphicFrameChg>
      </pc:sldChg>
      <pc:sldChg chg="del">
        <pc:chgData name="Shenvi, Ajit Ashok" userId="071e9822-93c4-49ff-b73c-8c6b3cb55e6c" providerId="ADAL" clId="{4B5B27F2-713A-4F3A-BEBD-4CA1B0C6DEF3}" dt="2026-04-05T03:21:39.157" v="767" actId="47"/>
        <pc:sldMkLst>
          <pc:docMk/>
          <pc:sldMk cId="3429073265" sldId="316"/>
        </pc:sldMkLst>
      </pc:sldChg>
      <pc:sldChg chg="addSp delSp modSp add mod">
        <pc:chgData name="Shenvi, Ajit Ashok" userId="071e9822-93c4-49ff-b73c-8c6b3cb55e6c" providerId="ADAL" clId="{4B5B27F2-713A-4F3A-BEBD-4CA1B0C6DEF3}" dt="2026-04-05T03:28:47.335" v="891" actId="108"/>
        <pc:sldMkLst>
          <pc:docMk/>
          <pc:sldMk cId="819437661" sldId="317"/>
        </pc:sldMkLst>
        <pc:spChg chg="add mod">
          <ac:chgData name="Shenvi, Ajit Ashok" userId="071e9822-93c4-49ff-b73c-8c6b3cb55e6c" providerId="ADAL" clId="{4B5B27F2-713A-4F3A-BEBD-4CA1B0C6DEF3}" dt="2026-04-04T17:15:47.011" v="434" actId="1076"/>
          <ac:spMkLst>
            <pc:docMk/>
            <pc:sldMk cId="819437661" sldId="317"/>
            <ac:spMk id="4" creationId="{D041A9B2-3A21-8566-BADB-16264F93A692}"/>
          </ac:spMkLst>
        </pc:spChg>
        <pc:spChg chg="add del mod">
          <ac:chgData name="Shenvi, Ajit Ashok" userId="071e9822-93c4-49ff-b73c-8c6b3cb55e6c" providerId="ADAL" clId="{4B5B27F2-713A-4F3A-BEBD-4CA1B0C6DEF3}" dt="2026-04-04T17:15:29.387" v="431" actId="478"/>
          <ac:spMkLst>
            <pc:docMk/>
            <pc:sldMk cId="819437661" sldId="317"/>
            <ac:spMk id="6" creationId="{112F8C45-688E-D705-0546-63618B929897}"/>
          </ac:spMkLst>
        </pc:spChg>
        <pc:spChg chg="mod">
          <ac:chgData name="Shenvi, Ajit Ashok" userId="071e9822-93c4-49ff-b73c-8c6b3cb55e6c" providerId="ADAL" clId="{4B5B27F2-713A-4F3A-BEBD-4CA1B0C6DEF3}" dt="2026-04-05T03:28:47.335" v="891" actId="108"/>
          <ac:spMkLst>
            <pc:docMk/>
            <pc:sldMk cId="819437661" sldId="317"/>
            <ac:spMk id="14" creationId="{BA368B54-502C-01C8-751F-5A9B9104FE1B}"/>
          </ac:spMkLst>
        </pc:spChg>
        <pc:spChg chg="del">
          <ac:chgData name="Shenvi, Ajit Ashok" userId="071e9822-93c4-49ff-b73c-8c6b3cb55e6c" providerId="ADAL" clId="{4B5B27F2-713A-4F3A-BEBD-4CA1B0C6DEF3}" dt="2026-04-04T17:09:03.785" v="381" actId="478"/>
          <ac:spMkLst>
            <pc:docMk/>
            <pc:sldMk cId="819437661" sldId="317"/>
            <ac:spMk id="18" creationId="{3DC0FD3D-CA56-ACC0-DF3A-35C7A781D64D}"/>
          </ac:spMkLst>
        </pc:spChg>
        <pc:spChg chg="del">
          <ac:chgData name="Shenvi, Ajit Ashok" userId="071e9822-93c4-49ff-b73c-8c6b3cb55e6c" providerId="ADAL" clId="{4B5B27F2-713A-4F3A-BEBD-4CA1B0C6DEF3}" dt="2026-04-04T17:09:02.128" v="380" actId="478"/>
          <ac:spMkLst>
            <pc:docMk/>
            <pc:sldMk cId="819437661" sldId="317"/>
            <ac:spMk id="20" creationId="{4A58D866-DA75-72DB-59BF-F37EA1176540}"/>
          </ac:spMkLst>
        </pc:spChg>
        <pc:picChg chg="add del mod">
          <ac:chgData name="Shenvi, Ajit Ashok" userId="071e9822-93c4-49ff-b73c-8c6b3cb55e6c" providerId="ADAL" clId="{4B5B27F2-713A-4F3A-BEBD-4CA1B0C6DEF3}" dt="2026-04-04T17:14:12.351" v="425" actId="478"/>
          <ac:picMkLst>
            <pc:docMk/>
            <pc:sldMk cId="819437661" sldId="317"/>
            <ac:picMk id="2" creationId="{F77B32E0-0E7F-C03B-9BF4-74C5F1522821}"/>
          </ac:picMkLst>
        </pc:picChg>
        <pc:picChg chg="add del mod">
          <ac:chgData name="Shenvi, Ajit Ashok" userId="071e9822-93c4-49ff-b73c-8c6b3cb55e6c" providerId="ADAL" clId="{4B5B27F2-713A-4F3A-BEBD-4CA1B0C6DEF3}" dt="2026-04-04T17:15:14.599" v="428" actId="478"/>
          <ac:picMkLst>
            <pc:docMk/>
            <pc:sldMk cId="819437661" sldId="317"/>
            <ac:picMk id="8" creationId="{A8597DB4-4BFC-0060-2A47-6252F5677853}"/>
          </ac:picMkLst>
        </pc:picChg>
        <pc:picChg chg="add mod">
          <ac:chgData name="Shenvi, Ajit Ashok" userId="071e9822-93c4-49ff-b73c-8c6b3cb55e6c" providerId="ADAL" clId="{4B5B27F2-713A-4F3A-BEBD-4CA1B0C6DEF3}" dt="2026-04-04T17:15:49.293" v="435" actId="1076"/>
          <ac:picMkLst>
            <pc:docMk/>
            <pc:sldMk cId="819437661" sldId="317"/>
            <ac:picMk id="10" creationId="{2C4D2ABB-0813-6479-63E8-3A11393BC4A9}"/>
          </ac:picMkLst>
        </pc:picChg>
      </pc:sldChg>
      <pc:sldChg chg="addSp delSp modSp add mod modClrScheme chgLayout">
        <pc:chgData name="Shenvi, Ajit Ashok" userId="071e9822-93c4-49ff-b73c-8c6b3cb55e6c" providerId="ADAL" clId="{4B5B27F2-713A-4F3A-BEBD-4CA1B0C6DEF3}" dt="2026-04-05T08:41:42.188" v="1429" actId="113"/>
        <pc:sldMkLst>
          <pc:docMk/>
          <pc:sldMk cId="231832185" sldId="318"/>
        </pc:sldMkLst>
        <pc:spChg chg="add mod">
          <ac:chgData name="Shenvi, Ajit Ashok" userId="071e9822-93c4-49ff-b73c-8c6b3cb55e6c" providerId="ADAL" clId="{4B5B27F2-713A-4F3A-BEBD-4CA1B0C6DEF3}" dt="2026-04-05T08:41:42.188" v="1429" actId="113"/>
          <ac:spMkLst>
            <pc:docMk/>
            <pc:sldMk cId="231832185" sldId="318"/>
            <ac:spMk id="3" creationId="{65996BE4-273B-5E3A-8A62-F6CC0E8B34A2}"/>
          </ac:spMkLst>
        </pc:spChg>
        <pc:spChg chg="del">
          <ac:chgData name="Shenvi, Ajit Ashok" userId="071e9822-93c4-49ff-b73c-8c6b3cb55e6c" providerId="ADAL" clId="{4B5B27F2-713A-4F3A-BEBD-4CA1B0C6DEF3}" dt="2026-04-04T17:18:42.102" v="446" actId="478"/>
          <ac:spMkLst>
            <pc:docMk/>
            <pc:sldMk cId="231832185" sldId="318"/>
            <ac:spMk id="4" creationId="{5D65052A-DDAB-7DBD-CF7B-46A04C8C6843}"/>
          </ac:spMkLst>
        </pc:spChg>
        <pc:spChg chg="mod">
          <ac:chgData name="Shenvi, Ajit Ashok" userId="071e9822-93c4-49ff-b73c-8c6b3cb55e6c" providerId="ADAL" clId="{4B5B27F2-713A-4F3A-BEBD-4CA1B0C6DEF3}" dt="2026-04-05T03:28:51.741" v="892" actId="108"/>
          <ac:spMkLst>
            <pc:docMk/>
            <pc:sldMk cId="231832185" sldId="318"/>
            <ac:spMk id="14" creationId="{A0DD6797-3D6D-B6A1-905D-CFD879EEB6D0}"/>
          </ac:spMkLst>
        </pc:spChg>
        <pc:graphicFrameChg chg="add mod modGraphic">
          <ac:chgData name="Shenvi, Ajit Ashok" userId="071e9822-93c4-49ff-b73c-8c6b3cb55e6c" providerId="ADAL" clId="{4B5B27F2-713A-4F3A-BEBD-4CA1B0C6DEF3}" dt="2026-04-05T08:35:02.456" v="996" actId="1076"/>
          <ac:graphicFrameMkLst>
            <pc:docMk/>
            <pc:sldMk cId="231832185" sldId="318"/>
            <ac:graphicFrameMk id="2" creationId="{24EDCF51-CF38-B7BF-FB6F-D2DAE3797C49}"/>
          </ac:graphicFrameMkLst>
        </pc:graphicFrameChg>
        <pc:picChg chg="del">
          <ac:chgData name="Shenvi, Ajit Ashok" userId="071e9822-93c4-49ff-b73c-8c6b3cb55e6c" providerId="ADAL" clId="{4B5B27F2-713A-4F3A-BEBD-4CA1B0C6DEF3}" dt="2026-04-04T17:18:40.338" v="445" actId="478"/>
          <ac:picMkLst>
            <pc:docMk/>
            <pc:sldMk cId="231832185" sldId="318"/>
            <ac:picMk id="10" creationId="{CB02E27E-078B-08EE-3D90-A8B468826104}"/>
          </ac:picMkLst>
        </pc:picChg>
      </pc:sldChg>
      <pc:sldChg chg="addSp modSp add mod">
        <pc:chgData name="Shenvi, Ajit Ashok" userId="071e9822-93c4-49ff-b73c-8c6b3cb55e6c" providerId="ADAL" clId="{4B5B27F2-713A-4F3A-BEBD-4CA1B0C6DEF3}" dt="2026-04-05T03:28:58.081" v="894" actId="27636"/>
        <pc:sldMkLst>
          <pc:docMk/>
          <pc:sldMk cId="3834612093" sldId="319"/>
        </pc:sldMkLst>
        <pc:spChg chg="add mod">
          <ac:chgData name="Shenvi, Ajit Ashok" userId="071e9822-93c4-49ff-b73c-8c6b3cb55e6c" providerId="ADAL" clId="{4B5B27F2-713A-4F3A-BEBD-4CA1B0C6DEF3}" dt="2026-04-05T03:21:14.439" v="766" actId="948"/>
          <ac:spMkLst>
            <pc:docMk/>
            <pc:sldMk cId="3834612093" sldId="319"/>
            <ac:spMk id="4" creationId="{C3E7CDF0-2122-1254-36E6-7381E01535B3}"/>
          </ac:spMkLst>
        </pc:spChg>
        <pc:spChg chg="mod">
          <ac:chgData name="Shenvi, Ajit Ashok" userId="071e9822-93c4-49ff-b73c-8c6b3cb55e6c" providerId="ADAL" clId="{4B5B27F2-713A-4F3A-BEBD-4CA1B0C6DEF3}" dt="2026-04-05T03:28:58.081" v="894" actId="27636"/>
          <ac:spMkLst>
            <pc:docMk/>
            <pc:sldMk cId="3834612093" sldId="319"/>
            <ac:spMk id="14" creationId="{ECA7F8FD-884C-9B28-4A37-7EFB33A4AEF3}"/>
          </ac:spMkLst>
        </pc:spChg>
        <pc:graphicFrameChg chg="mod modGraphic">
          <ac:chgData name="Shenvi, Ajit Ashok" userId="071e9822-93c4-49ff-b73c-8c6b3cb55e6c" providerId="ADAL" clId="{4B5B27F2-713A-4F3A-BEBD-4CA1B0C6DEF3}" dt="2026-04-05T03:20:43.717" v="764" actId="20577"/>
          <ac:graphicFrameMkLst>
            <pc:docMk/>
            <pc:sldMk cId="3834612093" sldId="319"/>
            <ac:graphicFrameMk id="2" creationId="{DA1F60B7-439E-D005-D00A-6A46107D9FCB}"/>
          </ac:graphicFrameMkLst>
        </pc:graphicFrameChg>
      </pc:sldChg>
      <pc:sldChg chg="delSp modSp add mod setBg">
        <pc:chgData name="Shenvi, Ajit Ashok" userId="071e9822-93c4-49ff-b73c-8c6b3cb55e6c" providerId="ADAL" clId="{4B5B27F2-713A-4F3A-BEBD-4CA1B0C6DEF3}" dt="2026-04-05T03:29:12.945" v="897" actId="27636"/>
        <pc:sldMkLst>
          <pc:docMk/>
          <pc:sldMk cId="2763824697" sldId="320"/>
        </pc:sldMkLst>
        <pc:spChg chg="del">
          <ac:chgData name="Shenvi, Ajit Ashok" userId="071e9822-93c4-49ff-b73c-8c6b3cb55e6c" providerId="ADAL" clId="{4B5B27F2-713A-4F3A-BEBD-4CA1B0C6DEF3}" dt="2026-04-05T03:22:59.624" v="784" actId="478"/>
          <ac:spMkLst>
            <pc:docMk/>
            <pc:sldMk cId="2763824697" sldId="320"/>
            <ac:spMk id="4" creationId="{3F835242-ECBD-301C-83A1-0EC007D5FF57}"/>
          </ac:spMkLst>
        </pc:spChg>
        <pc:spChg chg="mod">
          <ac:chgData name="Shenvi, Ajit Ashok" userId="071e9822-93c4-49ff-b73c-8c6b3cb55e6c" providerId="ADAL" clId="{4B5B27F2-713A-4F3A-BEBD-4CA1B0C6DEF3}" dt="2026-04-05T03:29:12.945" v="897" actId="27636"/>
          <ac:spMkLst>
            <pc:docMk/>
            <pc:sldMk cId="2763824697" sldId="320"/>
            <ac:spMk id="14" creationId="{C2EEAD44-30ED-055A-4E69-7E51A38C2DB9}"/>
          </ac:spMkLst>
        </pc:spChg>
        <pc:graphicFrameChg chg="mod modGraphic">
          <ac:chgData name="Shenvi, Ajit Ashok" userId="071e9822-93c4-49ff-b73c-8c6b3cb55e6c" providerId="ADAL" clId="{4B5B27F2-713A-4F3A-BEBD-4CA1B0C6DEF3}" dt="2026-04-05T03:27:42.946" v="882" actId="207"/>
          <ac:graphicFrameMkLst>
            <pc:docMk/>
            <pc:sldMk cId="2763824697" sldId="320"/>
            <ac:graphicFrameMk id="2" creationId="{5C3D2768-E5DB-8FB2-9210-F7C22DF63859}"/>
          </ac:graphicFrameMkLst>
        </pc:graphicFrameChg>
      </pc:sldChg>
      <pc:sldChg chg="addSp delSp modSp add mod">
        <pc:chgData name="Shenvi, Ajit Ashok" userId="071e9822-93c4-49ff-b73c-8c6b3cb55e6c" providerId="ADAL" clId="{4B5B27F2-713A-4F3A-BEBD-4CA1B0C6DEF3}" dt="2026-04-05T04:57:42.889" v="974" actId="20577"/>
        <pc:sldMkLst>
          <pc:docMk/>
          <pc:sldMk cId="4073041033" sldId="321"/>
        </pc:sldMkLst>
        <pc:spChg chg="del">
          <ac:chgData name="Shenvi, Ajit Ashok" userId="071e9822-93c4-49ff-b73c-8c6b3cb55e6c" providerId="ADAL" clId="{4B5B27F2-713A-4F3A-BEBD-4CA1B0C6DEF3}" dt="2026-04-05T04:46:42.173" v="913" actId="478"/>
          <ac:spMkLst>
            <pc:docMk/>
            <pc:sldMk cId="4073041033" sldId="321"/>
            <ac:spMk id="4" creationId="{1B7A86B5-94BB-BEE8-B201-437067D70747}"/>
          </ac:spMkLst>
        </pc:spChg>
        <pc:spChg chg="mod">
          <ac:chgData name="Shenvi, Ajit Ashok" userId="071e9822-93c4-49ff-b73c-8c6b3cb55e6c" providerId="ADAL" clId="{4B5B27F2-713A-4F3A-BEBD-4CA1B0C6DEF3}" dt="2026-04-05T04:46:37.719" v="911" actId="6549"/>
          <ac:spMkLst>
            <pc:docMk/>
            <pc:sldMk cId="4073041033" sldId="321"/>
            <ac:spMk id="14" creationId="{58F7CC11-0B41-3F5D-7B9A-6819C5656694}"/>
          </ac:spMkLst>
        </pc:spChg>
        <pc:graphicFrameChg chg="add mod modGraphic">
          <ac:chgData name="Shenvi, Ajit Ashok" userId="071e9822-93c4-49ff-b73c-8c6b3cb55e6c" providerId="ADAL" clId="{4B5B27F2-713A-4F3A-BEBD-4CA1B0C6DEF3}" dt="2026-04-05T04:57:42.889" v="974" actId="20577"/>
          <ac:graphicFrameMkLst>
            <pc:docMk/>
            <pc:sldMk cId="4073041033" sldId="321"/>
            <ac:graphicFrameMk id="2" creationId="{BE0FD090-F7AB-132A-EAB9-1561E9947D71}"/>
          </ac:graphicFrameMkLst>
        </pc:graphicFrameChg>
        <pc:picChg chg="del">
          <ac:chgData name="Shenvi, Ajit Ashok" userId="071e9822-93c4-49ff-b73c-8c6b3cb55e6c" providerId="ADAL" clId="{4B5B27F2-713A-4F3A-BEBD-4CA1B0C6DEF3}" dt="2026-04-05T04:46:40.383" v="912" actId="478"/>
          <ac:picMkLst>
            <pc:docMk/>
            <pc:sldMk cId="4073041033" sldId="321"/>
            <ac:picMk id="10" creationId="{83CD9713-124B-7B63-32F1-10AA9CA18F3A}"/>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3" name="Google Shape;10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46B331DB-B6DA-1722-94C9-2ED6D72A3DF3}"/>
            </a:ext>
          </a:extLst>
        </p:cNvPr>
        <p:cNvGrpSpPr/>
        <p:nvPr/>
      </p:nvGrpSpPr>
      <p:grpSpPr>
        <a:xfrm>
          <a:off x="0" y="0"/>
          <a:ext cx="0" cy="0"/>
          <a:chOff x="0" y="0"/>
          <a:chExt cx="0" cy="0"/>
        </a:xfrm>
      </p:grpSpPr>
      <p:sp>
        <p:nvSpPr>
          <p:cNvPr id="115" name="Google Shape;115;p3:notes">
            <a:extLst>
              <a:ext uri="{FF2B5EF4-FFF2-40B4-BE49-F238E27FC236}">
                <a16:creationId xmlns:a16="http://schemas.microsoft.com/office/drawing/2014/main" id="{0E74F643-5306-7647-B7EC-96612036D9C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6" name="Google Shape;116;p3:notes">
            <a:extLst>
              <a:ext uri="{FF2B5EF4-FFF2-40B4-BE49-F238E27FC236}">
                <a16:creationId xmlns:a16="http://schemas.microsoft.com/office/drawing/2014/main" id="{ACB18C76-7E32-70B1-7E57-6129A122B79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747232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7539BDCF-5EDD-12C1-0E74-38DD92DEBCAB}"/>
            </a:ext>
          </a:extLst>
        </p:cNvPr>
        <p:cNvGrpSpPr/>
        <p:nvPr/>
      </p:nvGrpSpPr>
      <p:grpSpPr>
        <a:xfrm>
          <a:off x="0" y="0"/>
          <a:ext cx="0" cy="0"/>
          <a:chOff x="0" y="0"/>
          <a:chExt cx="0" cy="0"/>
        </a:xfrm>
      </p:grpSpPr>
      <p:sp>
        <p:nvSpPr>
          <p:cNvPr id="115" name="Google Shape;115;p3:notes">
            <a:extLst>
              <a:ext uri="{FF2B5EF4-FFF2-40B4-BE49-F238E27FC236}">
                <a16:creationId xmlns:a16="http://schemas.microsoft.com/office/drawing/2014/main" id="{3784B60B-4214-92F4-80B1-8447AC3C1F7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6" name="Google Shape;116;p3:notes">
            <a:extLst>
              <a:ext uri="{FF2B5EF4-FFF2-40B4-BE49-F238E27FC236}">
                <a16:creationId xmlns:a16="http://schemas.microsoft.com/office/drawing/2014/main" id="{065A20DA-388C-03DB-E2D0-D3392DCF0D0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5428296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3FB38ADE-101D-43DC-CE84-D43D52E48FEF}"/>
            </a:ext>
          </a:extLst>
        </p:cNvPr>
        <p:cNvGrpSpPr/>
        <p:nvPr/>
      </p:nvGrpSpPr>
      <p:grpSpPr>
        <a:xfrm>
          <a:off x="0" y="0"/>
          <a:ext cx="0" cy="0"/>
          <a:chOff x="0" y="0"/>
          <a:chExt cx="0" cy="0"/>
        </a:xfrm>
      </p:grpSpPr>
      <p:sp>
        <p:nvSpPr>
          <p:cNvPr id="115" name="Google Shape;115;p3:notes">
            <a:extLst>
              <a:ext uri="{FF2B5EF4-FFF2-40B4-BE49-F238E27FC236}">
                <a16:creationId xmlns:a16="http://schemas.microsoft.com/office/drawing/2014/main" id="{5136D7EE-59F5-F50E-83A7-35A691CC60B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6" name="Google Shape;116;p3:notes">
            <a:extLst>
              <a:ext uri="{FF2B5EF4-FFF2-40B4-BE49-F238E27FC236}">
                <a16:creationId xmlns:a16="http://schemas.microsoft.com/office/drawing/2014/main" id="{E1C8E3FA-1C64-FF4D-B1EA-0E2407B0FD4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819333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02B376DA-CC2D-6F11-5858-1F1F2B216E42}"/>
            </a:ext>
          </a:extLst>
        </p:cNvPr>
        <p:cNvGrpSpPr/>
        <p:nvPr/>
      </p:nvGrpSpPr>
      <p:grpSpPr>
        <a:xfrm>
          <a:off x="0" y="0"/>
          <a:ext cx="0" cy="0"/>
          <a:chOff x="0" y="0"/>
          <a:chExt cx="0" cy="0"/>
        </a:xfrm>
      </p:grpSpPr>
      <p:sp>
        <p:nvSpPr>
          <p:cNvPr id="115" name="Google Shape;115;p3:notes">
            <a:extLst>
              <a:ext uri="{FF2B5EF4-FFF2-40B4-BE49-F238E27FC236}">
                <a16:creationId xmlns:a16="http://schemas.microsoft.com/office/drawing/2014/main" id="{E59C4978-7B30-083F-F712-AF9C437EB98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6" name="Google Shape;116;p3:notes">
            <a:extLst>
              <a:ext uri="{FF2B5EF4-FFF2-40B4-BE49-F238E27FC236}">
                <a16:creationId xmlns:a16="http://schemas.microsoft.com/office/drawing/2014/main" id="{1EFF3D31-5464-117F-0AF7-1CB9718FDF2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6332673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FCB30349-0A42-F56E-1FC1-E7F5D1F06EE5}"/>
            </a:ext>
          </a:extLst>
        </p:cNvPr>
        <p:cNvGrpSpPr/>
        <p:nvPr/>
      </p:nvGrpSpPr>
      <p:grpSpPr>
        <a:xfrm>
          <a:off x="0" y="0"/>
          <a:ext cx="0" cy="0"/>
          <a:chOff x="0" y="0"/>
          <a:chExt cx="0" cy="0"/>
        </a:xfrm>
      </p:grpSpPr>
      <p:sp>
        <p:nvSpPr>
          <p:cNvPr id="115" name="Google Shape;115;p3:notes">
            <a:extLst>
              <a:ext uri="{FF2B5EF4-FFF2-40B4-BE49-F238E27FC236}">
                <a16:creationId xmlns:a16="http://schemas.microsoft.com/office/drawing/2014/main" id="{5F4C934E-856D-EDB5-CA50-CA61F580F5D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6" name="Google Shape;116;p3:notes">
            <a:extLst>
              <a:ext uri="{FF2B5EF4-FFF2-40B4-BE49-F238E27FC236}">
                <a16:creationId xmlns:a16="http://schemas.microsoft.com/office/drawing/2014/main" id="{B227C073-28AC-1CA5-AD61-89E7789DB98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9071233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6993C03E-53E7-486B-6ADC-5DA5479005F4}"/>
            </a:ext>
          </a:extLst>
        </p:cNvPr>
        <p:cNvGrpSpPr/>
        <p:nvPr/>
      </p:nvGrpSpPr>
      <p:grpSpPr>
        <a:xfrm>
          <a:off x="0" y="0"/>
          <a:ext cx="0" cy="0"/>
          <a:chOff x="0" y="0"/>
          <a:chExt cx="0" cy="0"/>
        </a:xfrm>
      </p:grpSpPr>
      <p:sp>
        <p:nvSpPr>
          <p:cNvPr id="115" name="Google Shape;115;p3:notes">
            <a:extLst>
              <a:ext uri="{FF2B5EF4-FFF2-40B4-BE49-F238E27FC236}">
                <a16:creationId xmlns:a16="http://schemas.microsoft.com/office/drawing/2014/main" id="{15675BEB-81B9-D2E5-9E70-16E4C6AA28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6" name="Google Shape;116;p3:notes">
            <a:extLst>
              <a:ext uri="{FF2B5EF4-FFF2-40B4-BE49-F238E27FC236}">
                <a16:creationId xmlns:a16="http://schemas.microsoft.com/office/drawing/2014/main" id="{6750D202-F0B6-1DE5-8B2D-A6523DC8AA5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8326578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2DA12D29-8927-99D9-694D-932BB4F06654}"/>
            </a:ext>
          </a:extLst>
        </p:cNvPr>
        <p:cNvGrpSpPr/>
        <p:nvPr/>
      </p:nvGrpSpPr>
      <p:grpSpPr>
        <a:xfrm>
          <a:off x="0" y="0"/>
          <a:ext cx="0" cy="0"/>
          <a:chOff x="0" y="0"/>
          <a:chExt cx="0" cy="0"/>
        </a:xfrm>
      </p:grpSpPr>
      <p:sp>
        <p:nvSpPr>
          <p:cNvPr id="115" name="Google Shape;115;p3:notes">
            <a:extLst>
              <a:ext uri="{FF2B5EF4-FFF2-40B4-BE49-F238E27FC236}">
                <a16:creationId xmlns:a16="http://schemas.microsoft.com/office/drawing/2014/main" id="{D9B0D816-DFC2-43E5-34C7-A82CFBE1700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6" name="Google Shape;116;p3:notes">
            <a:extLst>
              <a:ext uri="{FF2B5EF4-FFF2-40B4-BE49-F238E27FC236}">
                <a16:creationId xmlns:a16="http://schemas.microsoft.com/office/drawing/2014/main" id="{7B37CDAC-4F0E-6B31-A34C-664BB7F8DE4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407385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7" name="Google Shape;157;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8" name="Google Shape;158;p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 sz="1200" b="0" i="0" u="none" strike="noStrike" cap="none">
                <a:solidFill>
                  <a:schemeClr val="dk1"/>
                </a:solidFill>
                <a:latin typeface="Calibri"/>
                <a:ea typeface="Calibri"/>
                <a:cs typeface="Calibri"/>
                <a:sym typeface="Calibri"/>
              </a:rPr>
              <a:t>9</a:t>
            </a:fld>
            <a:endParaRPr sz="1200" b="0" i="0" u="none" strike="noStrike" cap="none">
              <a:solidFill>
                <a:schemeClr val="dk1"/>
              </a:solidFill>
              <a:latin typeface="Calibri"/>
              <a:ea typeface="Calibri"/>
              <a:cs typeface="Calibri"/>
              <a:sym typeface="Calibri"/>
            </a:endParaRPr>
          </a:p>
        </p:txBody>
      </p:sp>
      <p:sp>
        <p:nvSpPr>
          <p:cNvPr id="159" name="Google Shape;159;p11:notes"/>
          <p:cNvSpPr txBox="1">
            <a:spLocks noGrp="1"/>
          </p:cNvSpPr>
          <p:nvPr>
            <p:ph type="ftr" idx="11"/>
          </p:nvPr>
        </p:nvSpPr>
        <p:spPr>
          <a:xfrm>
            <a:off x="0" y="8685213"/>
            <a:ext cx="2971800" cy="4587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 Proprietary content. ©Great Learning. All Rights Reserved. Unauthorized use or distribution prohibited</a:t>
            </a:r>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4"/>
        <p:cNvGrpSpPr/>
        <p:nvPr/>
      </p:nvGrpSpPr>
      <p:grpSpPr>
        <a:xfrm>
          <a:off x="0" y="0"/>
          <a:ext cx="0" cy="0"/>
          <a:chOff x="0" y="0"/>
          <a:chExt cx="0" cy="0"/>
        </a:xfrm>
      </p:grpSpPr>
      <p:sp>
        <p:nvSpPr>
          <p:cNvPr id="15" name="Google Shape;15;p2"/>
          <p:cNvSpPr txBox="1">
            <a:spLocks noGrp="1"/>
          </p:cNvSpPr>
          <p:nvPr>
            <p:ph type="ctrTitle"/>
          </p:nvPr>
        </p:nvSpPr>
        <p:spPr>
          <a:xfrm>
            <a:off x="2210208" y="744575"/>
            <a:ext cx="6622200" cy="2052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1pPr>
            <a:lvl2pPr lvl="1"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2pPr>
            <a:lvl3pPr lvl="2"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3pPr>
            <a:lvl4pPr lvl="3"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4pPr>
            <a:lvl5pPr lvl="4"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5pPr>
            <a:lvl6pPr lvl="5"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6pPr>
            <a:lvl7pPr lvl="6"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7pPr>
            <a:lvl8pPr lvl="7"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8pPr>
            <a:lvl9pPr lvl="8"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9pPr>
          </a:lstStyle>
          <a:p>
            <a:endParaRPr/>
          </a:p>
        </p:txBody>
      </p:sp>
      <p:sp>
        <p:nvSpPr>
          <p:cNvPr id="16" name="Google Shape;16;p2"/>
          <p:cNvSpPr txBox="1">
            <a:spLocks noGrp="1"/>
          </p:cNvSpPr>
          <p:nvPr>
            <p:ph type="subTitle" idx="1"/>
          </p:nvPr>
        </p:nvSpPr>
        <p:spPr>
          <a:xfrm>
            <a:off x="2210202" y="2834125"/>
            <a:ext cx="6622200" cy="792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1pPr>
            <a:lvl2pPr lvl="1"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2pPr>
            <a:lvl3pPr lvl="2"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3pPr>
            <a:lvl4pPr lvl="3"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4pPr>
            <a:lvl5pPr lvl="4"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5pPr>
            <a:lvl6pPr lvl="5"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6pPr>
            <a:lvl7pPr lvl="6"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7pPr>
            <a:lvl8pPr lvl="7"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8pPr>
            <a:lvl9pPr lvl="8"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9" name="Google Shape;19;p3"/>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lvl1pPr marL="457200" lvl="0" indent="-323850" algn="l">
              <a:lnSpc>
                <a:spcPct val="115000"/>
              </a:lnSpc>
              <a:spcBef>
                <a:spcPts val="0"/>
              </a:spcBef>
              <a:spcAft>
                <a:spcPts val="0"/>
              </a:spcAft>
              <a:buSzPts val="1500"/>
              <a:buFont typeface="Nunito"/>
              <a:buChar char="●"/>
              <a:defRPr>
                <a:latin typeface="Nunito"/>
                <a:ea typeface="Nunito"/>
                <a:cs typeface="Nunito"/>
                <a:sym typeface="Nunito"/>
              </a:defRPr>
            </a:lvl1pPr>
            <a:lvl2pPr marL="914400" lvl="1" indent="-311150" algn="l">
              <a:lnSpc>
                <a:spcPct val="115000"/>
              </a:lnSpc>
              <a:spcBef>
                <a:spcPts val="1600"/>
              </a:spcBef>
              <a:spcAft>
                <a:spcPts val="0"/>
              </a:spcAft>
              <a:buSzPts val="1300"/>
              <a:buFont typeface="Nunito"/>
              <a:buChar char="○"/>
              <a:defRPr>
                <a:latin typeface="Nunito"/>
                <a:ea typeface="Nunito"/>
                <a:cs typeface="Nunito"/>
                <a:sym typeface="Nunito"/>
              </a:defRPr>
            </a:lvl2pPr>
            <a:lvl3pPr marL="1371600" lvl="2" indent="-304800" algn="l">
              <a:lnSpc>
                <a:spcPct val="115000"/>
              </a:lnSpc>
              <a:spcBef>
                <a:spcPts val="1600"/>
              </a:spcBef>
              <a:spcAft>
                <a:spcPts val="0"/>
              </a:spcAft>
              <a:buSzPts val="1200"/>
              <a:buFont typeface="Nunito"/>
              <a:buChar char="■"/>
              <a:defRPr>
                <a:latin typeface="Nunito"/>
                <a:ea typeface="Nunito"/>
                <a:cs typeface="Nunito"/>
                <a:sym typeface="Nunito"/>
              </a:defRPr>
            </a:lvl3pPr>
            <a:lvl4pPr marL="1828800" lvl="3" indent="-298450" algn="l">
              <a:lnSpc>
                <a:spcPct val="115000"/>
              </a:lnSpc>
              <a:spcBef>
                <a:spcPts val="1600"/>
              </a:spcBef>
              <a:spcAft>
                <a:spcPts val="0"/>
              </a:spcAft>
              <a:buSzPts val="1100"/>
              <a:buFont typeface="Nunito"/>
              <a:buChar char="●"/>
              <a:defRPr>
                <a:latin typeface="Nunito"/>
                <a:ea typeface="Nunito"/>
                <a:cs typeface="Nunito"/>
                <a:sym typeface="Nunito"/>
              </a:defRPr>
            </a:lvl4pPr>
            <a:lvl5pPr marL="2286000" lvl="4" indent="-292100" algn="l">
              <a:lnSpc>
                <a:spcPct val="115000"/>
              </a:lnSpc>
              <a:spcBef>
                <a:spcPts val="1600"/>
              </a:spcBef>
              <a:spcAft>
                <a:spcPts val="0"/>
              </a:spcAft>
              <a:buSzPts val="1000"/>
              <a:buFont typeface="Nunito"/>
              <a:buChar char="○"/>
              <a:defRPr>
                <a:latin typeface="Nunito"/>
                <a:ea typeface="Nunito"/>
                <a:cs typeface="Nunito"/>
                <a:sym typeface="Nunito"/>
              </a:defRPr>
            </a:lvl5pPr>
            <a:lvl6pPr marL="2743200" lvl="5" indent="-285750" algn="l">
              <a:lnSpc>
                <a:spcPct val="115000"/>
              </a:lnSpc>
              <a:spcBef>
                <a:spcPts val="1600"/>
              </a:spcBef>
              <a:spcAft>
                <a:spcPts val="0"/>
              </a:spcAft>
              <a:buSzPts val="900"/>
              <a:buFont typeface="Nunito"/>
              <a:buChar char="■"/>
              <a:defRPr>
                <a:latin typeface="Nunito"/>
                <a:ea typeface="Nunito"/>
                <a:cs typeface="Nunito"/>
                <a:sym typeface="Nunito"/>
              </a:defRPr>
            </a:lvl6pPr>
            <a:lvl7pPr marL="3200400" lvl="6" indent="-279400" algn="l">
              <a:lnSpc>
                <a:spcPct val="115000"/>
              </a:lnSpc>
              <a:spcBef>
                <a:spcPts val="1600"/>
              </a:spcBef>
              <a:spcAft>
                <a:spcPts val="0"/>
              </a:spcAft>
              <a:buSzPts val="800"/>
              <a:buFont typeface="Nunito"/>
              <a:buChar char="●"/>
              <a:defRPr>
                <a:latin typeface="Nunito"/>
                <a:ea typeface="Nunito"/>
                <a:cs typeface="Nunito"/>
                <a:sym typeface="Nunito"/>
              </a:defRPr>
            </a:lvl7pPr>
            <a:lvl8pPr marL="3657600" lvl="7" indent="-273050" algn="l">
              <a:lnSpc>
                <a:spcPct val="115000"/>
              </a:lnSpc>
              <a:spcBef>
                <a:spcPts val="1600"/>
              </a:spcBef>
              <a:spcAft>
                <a:spcPts val="0"/>
              </a:spcAft>
              <a:buSzPts val="700"/>
              <a:buFont typeface="Nunito"/>
              <a:buChar char="○"/>
              <a:defRPr>
                <a:latin typeface="Nunito"/>
                <a:ea typeface="Nunito"/>
                <a:cs typeface="Nunito"/>
                <a:sym typeface="Nunito"/>
              </a:defRPr>
            </a:lvl8pPr>
            <a:lvl9pPr marL="4114800" lvl="8" indent="-266700" algn="l">
              <a:lnSpc>
                <a:spcPct val="115000"/>
              </a:lnSpc>
              <a:spcBef>
                <a:spcPts val="1600"/>
              </a:spcBef>
              <a:spcAft>
                <a:spcPts val="1600"/>
              </a:spcAft>
              <a:buSzPts val="600"/>
              <a:buFont typeface="Nunito"/>
              <a:buChar char="■"/>
              <a:defRPr>
                <a:latin typeface="Nunito"/>
                <a:ea typeface="Nunito"/>
                <a:cs typeface="Nunito"/>
                <a:sym typeface="Nunito"/>
              </a:defRPr>
            </a:lvl9pPr>
          </a:lstStyle>
          <a:p>
            <a:endParaRPr/>
          </a:p>
        </p:txBody>
      </p:sp>
      <p:sp>
        <p:nvSpPr>
          <p:cNvPr id="20" name="Google Shape;20;p3"/>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rgbClr val="0E39A9"/>
              </a:buClr>
              <a:buSzPts val="3600"/>
              <a:buNone/>
              <a:defRPr sz="3600">
                <a:solidFill>
                  <a:srgbClr val="0E39A9"/>
                </a:solidFill>
              </a:defRPr>
            </a:lvl1pPr>
            <a:lvl2pPr lvl="1" algn="l">
              <a:lnSpc>
                <a:spcPct val="100000"/>
              </a:lnSpc>
              <a:spcBef>
                <a:spcPts val="0"/>
              </a:spcBef>
              <a:spcAft>
                <a:spcPts val="0"/>
              </a:spcAft>
              <a:buClr>
                <a:srgbClr val="0E39A9"/>
              </a:buClr>
              <a:buSzPts val="3600"/>
              <a:buNone/>
              <a:defRPr sz="3600">
                <a:solidFill>
                  <a:srgbClr val="0E39A9"/>
                </a:solidFill>
              </a:defRPr>
            </a:lvl2pPr>
            <a:lvl3pPr lvl="2" algn="l">
              <a:lnSpc>
                <a:spcPct val="100000"/>
              </a:lnSpc>
              <a:spcBef>
                <a:spcPts val="0"/>
              </a:spcBef>
              <a:spcAft>
                <a:spcPts val="0"/>
              </a:spcAft>
              <a:buClr>
                <a:srgbClr val="0E39A9"/>
              </a:buClr>
              <a:buSzPts val="3600"/>
              <a:buNone/>
              <a:defRPr sz="3600">
                <a:solidFill>
                  <a:srgbClr val="0E39A9"/>
                </a:solidFill>
              </a:defRPr>
            </a:lvl3pPr>
            <a:lvl4pPr lvl="3" algn="l">
              <a:lnSpc>
                <a:spcPct val="100000"/>
              </a:lnSpc>
              <a:spcBef>
                <a:spcPts val="0"/>
              </a:spcBef>
              <a:spcAft>
                <a:spcPts val="0"/>
              </a:spcAft>
              <a:buClr>
                <a:srgbClr val="0E39A9"/>
              </a:buClr>
              <a:buSzPts val="3600"/>
              <a:buNone/>
              <a:defRPr sz="3600">
                <a:solidFill>
                  <a:srgbClr val="0E39A9"/>
                </a:solidFill>
              </a:defRPr>
            </a:lvl4pPr>
            <a:lvl5pPr lvl="4" algn="l">
              <a:lnSpc>
                <a:spcPct val="100000"/>
              </a:lnSpc>
              <a:spcBef>
                <a:spcPts val="0"/>
              </a:spcBef>
              <a:spcAft>
                <a:spcPts val="0"/>
              </a:spcAft>
              <a:buClr>
                <a:srgbClr val="0E39A9"/>
              </a:buClr>
              <a:buSzPts val="3600"/>
              <a:buNone/>
              <a:defRPr sz="3600">
                <a:solidFill>
                  <a:srgbClr val="0E39A9"/>
                </a:solidFill>
              </a:defRPr>
            </a:lvl5pPr>
            <a:lvl6pPr lvl="5" algn="l">
              <a:lnSpc>
                <a:spcPct val="100000"/>
              </a:lnSpc>
              <a:spcBef>
                <a:spcPts val="0"/>
              </a:spcBef>
              <a:spcAft>
                <a:spcPts val="0"/>
              </a:spcAft>
              <a:buClr>
                <a:srgbClr val="0E39A9"/>
              </a:buClr>
              <a:buSzPts val="3600"/>
              <a:buNone/>
              <a:defRPr sz="3600">
                <a:solidFill>
                  <a:srgbClr val="0E39A9"/>
                </a:solidFill>
              </a:defRPr>
            </a:lvl6pPr>
            <a:lvl7pPr lvl="6" algn="l">
              <a:lnSpc>
                <a:spcPct val="100000"/>
              </a:lnSpc>
              <a:spcBef>
                <a:spcPts val="0"/>
              </a:spcBef>
              <a:spcAft>
                <a:spcPts val="0"/>
              </a:spcAft>
              <a:buClr>
                <a:srgbClr val="0E39A9"/>
              </a:buClr>
              <a:buSzPts val="3600"/>
              <a:buNone/>
              <a:defRPr sz="3600">
                <a:solidFill>
                  <a:srgbClr val="0E39A9"/>
                </a:solidFill>
              </a:defRPr>
            </a:lvl7pPr>
            <a:lvl8pPr lvl="7" algn="l">
              <a:lnSpc>
                <a:spcPct val="100000"/>
              </a:lnSpc>
              <a:spcBef>
                <a:spcPts val="0"/>
              </a:spcBef>
              <a:spcAft>
                <a:spcPts val="0"/>
              </a:spcAft>
              <a:buClr>
                <a:srgbClr val="0E39A9"/>
              </a:buClr>
              <a:buSzPts val="3600"/>
              <a:buNone/>
              <a:defRPr sz="3600">
                <a:solidFill>
                  <a:srgbClr val="0E39A9"/>
                </a:solidFill>
              </a:defRPr>
            </a:lvl8pPr>
            <a:lvl9pPr lvl="8" algn="l">
              <a:lnSpc>
                <a:spcPct val="100000"/>
              </a:lnSpc>
              <a:spcBef>
                <a:spcPts val="0"/>
              </a:spcBef>
              <a:spcAft>
                <a:spcPts val="0"/>
              </a:spcAft>
              <a:buClr>
                <a:srgbClr val="0E39A9"/>
              </a:buClr>
              <a:buSzPts val="3600"/>
              <a:buNone/>
              <a:defRPr sz="3600">
                <a:solidFill>
                  <a:srgbClr val="0E39A9"/>
                </a:solidFill>
              </a:defRPr>
            </a:lvl9pPr>
          </a:lstStyle>
          <a:p>
            <a:endParaRPr/>
          </a:p>
        </p:txBody>
      </p:sp>
      <p:sp>
        <p:nvSpPr>
          <p:cNvPr id="23" name="Google Shape;23;p4"/>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able">
  <p:cSld name="CUSTOM">
    <p:spTree>
      <p:nvGrpSpPr>
        <p:cNvPr id="1" name="Shape 24"/>
        <p:cNvGrpSpPr/>
        <p:nvPr/>
      </p:nvGrpSpPr>
      <p:grpSpPr>
        <a:xfrm>
          <a:off x="0" y="0"/>
          <a:ext cx="0" cy="0"/>
          <a:chOff x="0" y="0"/>
          <a:chExt cx="0" cy="0"/>
        </a:xfrm>
      </p:grpSpPr>
      <p:sp>
        <p:nvSpPr>
          <p:cNvPr id="25" name="Google Shape;25;p5"/>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graphicFrame>
        <p:nvGraphicFramePr>
          <p:cNvPr id="26" name="Google Shape;26;p5"/>
          <p:cNvGraphicFramePr/>
          <p:nvPr/>
        </p:nvGraphicFramePr>
        <p:xfrm>
          <a:off x="201942" y="833662"/>
          <a:ext cx="3000000" cy="3000000"/>
        </p:xfrm>
        <a:graphic>
          <a:graphicData uri="http://schemas.openxmlformats.org/drawingml/2006/table">
            <a:tbl>
              <a:tblPr firstRow="1" bandRow="1">
                <a:noFill/>
                <a:tableStyleId>{60BA267F-57BB-4B82-9B38-EB87E1CD43B7}</a:tableStyleId>
              </a:tblPr>
              <a:tblGrid>
                <a:gridCol w="883125">
                  <a:extLst>
                    <a:ext uri="{9D8B030D-6E8A-4147-A177-3AD203B41FA5}">
                      <a16:colId xmlns:a16="http://schemas.microsoft.com/office/drawing/2014/main" val="20000"/>
                    </a:ext>
                  </a:extLst>
                </a:gridCol>
                <a:gridCol w="3886050">
                  <a:extLst>
                    <a:ext uri="{9D8B030D-6E8A-4147-A177-3AD203B41FA5}">
                      <a16:colId xmlns:a16="http://schemas.microsoft.com/office/drawing/2014/main" val="20001"/>
                    </a:ext>
                  </a:extLst>
                </a:gridCol>
                <a:gridCol w="3886050">
                  <a:extLst>
                    <a:ext uri="{9D8B030D-6E8A-4147-A177-3AD203B41FA5}">
                      <a16:colId xmlns:a16="http://schemas.microsoft.com/office/drawing/2014/main" val="20002"/>
                    </a:ext>
                  </a:extLst>
                </a:gridCol>
              </a:tblGrid>
              <a:tr h="67357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a:t>
                      </a:r>
                      <a:endParaRPr sz="14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 Profile </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Business Insights for Marketing Team</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0"/>
                  </a:ext>
                </a:extLst>
              </a:tr>
              <a:tr h="7533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1</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High value customers who have many credit cards and prefer to engage online</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Engage Online – Set up priority calling in lines – Upsell and Cross sell premium products</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1"/>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2</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baseline="30000">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2"/>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3</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3"/>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4"/>
                  </a:ext>
                </a:extLst>
              </a:tr>
            </a:tbl>
          </a:graphicData>
        </a:graphic>
      </p:graphicFrame>
      <p:sp>
        <p:nvSpPr>
          <p:cNvPr id="27" name="Google Shape;27;p5"/>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8"/>
        <p:cNvGrpSpPr/>
        <p:nvPr/>
      </p:nvGrpSpPr>
      <p:grpSpPr>
        <a:xfrm>
          <a:off x="0" y="0"/>
          <a:ext cx="0" cy="0"/>
          <a:chOff x="0" y="0"/>
          <a:chExt cx="0" cy="0"/>
        </a:xfrm>
      </p:grpSpPr>
      <p:sp>
        <p:nvSpPr>
          <p:cNvPr id="29" name="Google Shape;29;p6"/>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30" name="Google Shape;30;p6"/>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1" name="Google Shape;31;p6"/>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2" name="Google Shape;32;p6"/>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
        <p:cNvGrpSpPr/>
        <p:nvPr/>
      </p:nvGrpSpPr>
      <p:grpSpPr>
        <a:xfrm>
          <a:off x="0" y="0"/>
          <a:ext cx="0" cy="0"/>
          <a:chOff x="0" y="0"/>
          <a:chExt cx="0" cy="0"/>
        </a:xfrm>
      </p:grpSpPr>
      <p:sp>
        <p:nvSpPr>
          <p:cNvPr id="34" name="Google Shape;34;p7"/>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35" name="Google Shape;35;p7"/>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6"/>
        <p:cNvGrpSpPr/>
        <p:nvPr/>
      </p:nvGrpSpPr>
      <p:grpSpPr>
        <a:xfrm>
          <a:off x="0" y="0"/>
          <a:ext cx="0" cy="0"/>
          <a:chOff x="0" y="0"/>
          <a:chExt cx="0" cy="0"/>
        </a:xfrm>
      </p:grpSpPr>
      <p:sp>
        <p:nvSpPr>
          <p:cNvPr id="37" name="Google Shape;37;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8" name="Google Shape;38;p8"/>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9"/>
        <p:cNvGrpSpPr/>
        <p:nvPr/>
      </p:nvGrpSpPr>
      <p:grpSpPr>
        <a:xfrm>
          <a:off x="0" y="0"/>
          <a:ext cx="0" cy="0"/>
          <a:chOff x="0" y="0"/>
          <a:chExt cx="0" cy="0"/>
        </a:xfrm>
      </p:grpSpPr>
      <p:sp>
        <p:nvSpPr>
          <p:cNvPr id="40" name="Google Shape;40;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 name="Google Shape;41;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42" name="Google Shape;42;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3" name="Google Shape;43;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23850" algn="l">
              <a:lnSpc>
                <a:spcPct val="115000"/>
              </a:lnSpc>
              <a:spcBef>
                <a:spcPts val="0"/>
              </a:spcBef>
              <a:spcAft>
                <a:spcPts val="0"/>
              </a:spcAft>
              <a:buSzPts val="1500"/>
              <a:buChar char="●"/>
              <a:defRPr/>
            </a:lvl1pPr>
            <a:lvl2pPr marL="914400" lvl="1" indent="-311150" algn="l">
              <a:lnSpc>
                <a:spcPct val="115000"/>
              </a:lnSpc>
              <a:spcBef>
                <a:spcPts val="1600"/>
              </a:spcBef>
              <a:spcAft>
                <a:spcPts val="0"/>
              </a:spcAft>
              <a:buSzPts val="1300"/>
              <a:buChar char="○"/>
              <a:defRPr/>
            </a:lvl2pPr>
            <a:lvl3pPr marL="1371600" lvl="2" indent="-304800" algn="l">
              <a:lnSpc>
                <a:spcPct val="115000"/>
              </a:lnSpc>
              <a:spcBef>
                <a:spcPts val="1600"/>
              </a:spcBef>
              <a:spcAft>
                <a:spcPts val="0"/>
              </a:spcAft>
              <a:buSzPts val="1200"/>
              <a:buChar char="■"/>
              <a:defRPr/>
            </a:lvl3pPr>
            <a:lvl4pPr marL="1828800" lvl="3" indent="-298450" algn="l">
              <a:lnSpc>
                <a:spcPct val="115000"/>
              </a:lnSpc>
              <a:spcBef>
                <a:spcPts val="1600"/>
              </a:spcBef>
              <a:spcAft>
                <a:spcPts val="0"/>
              </a:spcAft>
              <a:buSzPts val="1100"/>
              <a:buChar char="●"/>
              <a:defRPr/>
            </a:lvl4pPr>
            <a:lvl5pPr marL="2286000" lvl="4" indent="-292100" algn="l">
              <a:lnSpc>
                <a:spcPct val="115000"/>
              </a:lnSpc>
              <a:spcBef>
                <a:spcPts val="1600"/>
              </a:spcBef>
              <a:spcAft>
                <a:spcPts val="0"/>
              </a:spcAft>
              <a:buSzPts val="1000"/>
              <a:buChar char="○"/>
              <a:defRPr/>
            </a:lvl5pPr>
            <a:lvl6pPr marL="2743200" lvl="5" indent="-285750" algn="l">
              <a:lnSpc>
                <a:spcPct val="115000"/>
              </a:lnSpc>
              <a:spcBef>
                <a:spcPts val="1600"/>
              </a:spcBef>
              <a:spcAft>
                <a:spcPts val="0"/>
              </a:spcAft>
              <a:buSzPts val="900"/>
              <a:buChar char="■"/>
              <a:defRPr/>
            </a:lvl6pPr>
            <a:lvl7pPr marL="3200400" lvl="6" indent="-279400" algn="l">
              <a:lnSpc>
                <a:spcPct val="115000"/>
              </a:lnSpc>
              <a:spcBef>
                <a:spcPts val="1600"/>
              </a:spcBef>
              <a:spcAft>
                <a:spcPts val="0"/>
              </a:spcAft>
              <a:buSzPts val="800"/>
              <a:buChar char="●"/>
              <a:defRPr/>
            </a:lvl7pPr>
            <a:lvl8pPr marL="3657600" lvl="7" indent="-273050" algn="l">
              <a:lnSpc>
                <a:spcPct val="115000"/>
              </a:lnSpc>
              <a:spcBef>
                <a:spcPts val="1600"/>
              </a:spcBef>
              <a:spcAft>
                <a:spcPts val="0"/>
              </a:spcAft>
              <a:buSzPts val="700"/>
              <a:buChar char="○"/>
              <a:defRPr/>
            </a:lvl8pPr>
            <a:lvl9pPr marL="4114800" lvl="8" indent="-266700" algn="l">
              <a:lnSpc>
                <a:spcPct val="115000"/>
              </a:lnSpc>
              <a:spcBef>
                <a:spcPts val="1600"/>
              </a:spcBef>
              <a:spcAft>
                <a:spcPts val="1600"/>
              </a:spcAft>
              <a:buSzPts val="600"/>
              <a:buChar char="■"/>
              <a:defRPr/>
            </a:lvl9pPr>
          </a:lstStyle>
          <a:p>
            <a:endParaRPr/>
          </a:p>
        </p:txBody>
      </p:sp>
      <p:sp>
        <p:nvSpPr>
          <p:cNvPr id="44" name="Google Shape;44;p9"/>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5"/>
        <p:cNvGrpSpPr/>
        <p:nvPr/>
      </p:nvGrpSpPr>
      <p:grpSpPr>
        <a:xfrm>
          <a:off x="0" y="0"/>
          <a:ext cx="0" cy="0"/>
          <a:chOff x="0" y="0"/>
          <a:chExt cx="0" cy="0"/>
        </a:xfrm>
      </p:grpSpPr>
      <p:sp>
        <p:nvSpPr>
          <p:cNvPr id="46" name="Google Shape;46;p10"/>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1">
  <p:cSld name="BLANK_1">
    <p:spTree>
      <p:nvGrpSpPr>
        <p:cNvPr id="1" name="Shape 47"/>
        <p:cNvGrpSpPr/>
        <p:nvPr/>
      </p:nvGrpSpPr>
      <p:grpSpPr>
        <a:xfrm>
          <a:off x="0" y="0"/>
          <a:ext cx="0" cy="0"/>
          <a:chOff x="0" y="0"/>
          <a:chExt cx="0" cy="0"/>
        </a:xfrm>
      </p:grpSpPr>
      <p:sp>
        <p:nvSpPr>
          <p:cNvPr id="48" name="Google Shape;48;p11"/>
          <p:cNvSpPr/>
          <p:nvPr/>
        </p:nvSpPr>
        <p:spPr>
          <a:xfrm>
            <a:off x="1" y="-335"/>
            <a:ext cx="9144600" cy="5143800"/>
          </a:xfrm>
          <a:prstGeom prst="rect">
            <a:avLst/>
          </a:prstGeom>
          <a:solidFill>
            <a:srgbClr val="0E39A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pic>
        <p:nvPicPr>
          <p:cNvPr id="49" name="Google Shape;49;p11" descr="A close up of a logo&#10;&#10;Description automatically generated"/>
          <p:cNvPicPr preferRelativeResize="0"/>
          <p:nvPr/>
        </p:nvPicPr>
        <p:blipFill rotWithShape="1">
          <a:blip r:embed="rId2">
            <a:alphaModFix/>
          </a:blip>
          <a:srcRect l="42816" t="18358" r="37295" b="19150"/>
          <a:stretch/>
        </p:blipFill>
        <p:spPr>
          <a:xfrm>
            <a:off x="6052536" y="514443"/>
            <a:ext cx="2095112" cy="3703320"/>
          </a:xfrm>
          <a:prstGeom prst="rect">
            <a:avLst/>
          </a:prstGeom>
          <a:noFill/>
          <a:ln>
            <a:noFill/>
          </a:ln>
        </p:spPr>
      </p:pic>
      <p:sp>
        <p:nvSpPr>
          <p:cNvPr id="50" name="Google Shape;50;p11"/>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lvl1pPr marR="0" lvl="0" algn="l">
              <a:lnSpc>
                <a:spcPct val="100000"/>
              </a:lnSpc>
              <a:spcBef>
                <a:spcPts val="0"/>
              </a:spcBef>
              <a:spcAft>
                <a:spcPts val="0"/>
              </a:spcAft>
              <a:buSzPts val="2200"/>
              <a:buNone/>
              <a:defRPr sz="2400"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9pPr>
          </a:lstStyle>
          <a:p>
            <a:endParaRPr/>
          </a:p>
        </p:txBody>
      </p:sp>
      <p:sp>
        <p:nvSpPr>
          <p:cNvPr id="51" name="Google Shape;51;p11"/>
          <p:cNvSpPr txBox="1"/>
          <p:nvPr/>
        </p:nvSpPr>
        <p:spPr>
          <a:xfrm>
            <a:off x="334565" y="1676232"/>
            <a:ext cx="4372800" cy="17907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dk1"/>
              </a:buClr>
              <a:buSzPts val="4500"/>
              <a:buFont typeface="Calibri"/>
              <a:buNone/>
            </a:pPr>
            <a:r>
              <a:rPr lang="en" sz="3300" b="0" i="0" u="none" strike="noStrike" cap="none">
                <a:solidFill>
                  <a:schemeClr val="lt1"/>
                </a:solidFill>
                <a:latin typeface="Nunito ExtraBold"/>
                <a:ea typeface="Nunito ExtraBold"/>
                <a:cs typeface="Nunito ExtraBold"/>
                <a:sym typeface="Nunito ExtraBold"/>
              </a:rPr>
              <a:t>Happy Learning !</a:t>
            </a:r>
            <a:endParaRPr sz="3300" b="0" i="0" u="none" strike="noStrike" cap="none">
              <a:solidFill>
                <a:schemeClr val="lt1"/>
              </a:solidFill>
              <a:latin typeface="Nunito ExtraBold"/>
              <a:ea typeface="Nunito ExtraBold"/>
              <a:cs typeface="Nunito ExtraBold"/>
              <a:sym typeface="Nunito ExtraBold"/>
            </a:endParaRPr>
          </a:p>
        </p:txBody>
      </p:sp>
      <p:pic>
        <p:nvPicPr>
          <p:cNvPr id="52" name="Google Shape;52;p11"/>
          <p:cNvPicPr preferRelativeResize="0"/>
          <p:nvPr/>
        </p:nvPicPr>
        <p:blipFill rotWithShape="1">
          <a:blip r:embed="rId3">
            <a:alphaModFix/>
          </a:blip>
          <a:srcRect/>
          <a:stretch/>
        </p:blipFill>
        <p:spPr>
          <a:xfrm>
            <a:off x="295874" y="683275"/>
            <a:ext cx="3757725" cy="82587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1">
  <p:cSld name="BLANK_1">
    <p:spTree>
      <p:nvGrpSpPr>
        <p:cNvPr id="1" name="Shape 62"/>
        <p:cNvGrpSpPr/>
        <p:nvPr/>
      </p:nvGrpSpPr>
      <p:grpSpPr>
        <a:xfrm>
          <a:off x="0" y="0"/>
          <a:ext cx="0" cy="0"/>
          <a:chOff x="0" y="0"/>
          <a:chExt cx="0" cy="0"/>
        </a:xfrm>
      </p:grpSpPr>
      <p:sp>
        <p:nvSpPr>
          <p:cNvPr id="63" name="Google Shape;63;p13"/>
          <p:cNvSpPr/>
          <p:nvPr/>
        </p:nvSpPr>
        <p:spPr>
          <a:xfrm>
            <a:off x="1" y="-335"/>
            <a:ext cx="9144600" cy="5143800"/>
          </a:xfrm>
          <a:prstGeom prst="rect">
            <a:avLst/>
          </a:prstGeom>
          <a:solidFill>
            <a:srgbClr val="0E39A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pic>
        <p:nvPicPr>
          <p:cNvPr id="64" name="Google Shape;64;p13" descr="A close up of a logo&#10;&#10;Description automatically generated"/>
          <p:cNvPicPr preferRelativeResize="0"/>
          <p:nvPr/>
        </p:nvPicPr>
        <p:blipFill rotWithShape="1">
          <a:blip r:embed="rId2">
            <a:alphaModFix/>
          </a:blip>
          <a:srcRect l="42816" t="18358" r="37295" b="19150"/>
          <a:stretch/>
        </p:blipFill>
        <p:spPr>
          <a:xfrm>
            <a:off x="6052536" y="514443"/>
            <a:ext cx="2095112" cy="3703320"/>
          </a:xfrm>
          <a:prstGeom prst="rect">
            <a:avLst/>
          </a:prstGeom>
          <a:noFill/>
          <a:ln>
            <a:noFill/>
          </a:ln>
        </p:spPr>
      </p:pic>
      <p:sp>
        <p:nvSpPr>
          <p:cNvPr id="65" name="Google Shape;65;p13"/>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lvl1pPr marR="0" lvl="0" algn="l">
              <a:lnSpc>
                <a:spcPct val="100000"/>
              </a:lnSpc>
              <a:spcBef>
                <a:spcPts val="0"/>
              </a:spcBef>
              <a:spcAft>
                <a:spcPts val="0"/>
              </a:spcAft>
              <a:buSzPts val="2200"/>
              <a:buNone/>
              <a:defRPr sz="2400"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9pPr>
          </a:lstStyle>
          <a:p>
            <a:endParaRPr/>
          </a:p>
        </p:txBody>
      </p:sp>
      <p:sp>
        <p:nvSpPr>
          <p:cNvPr id="66" name="Google Shape;66;p13"/>
          <p:cNvSpPr txBox="1"/>
          <p:nvPr/>
        </p:nvSpPr>
        <p:spPr>
          <a:xfrm>
            <a:off x="334565" y="1676232"/>
            <a:ext cx="4372800" cy="17907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dk1"/>
              </a:buClr>
              <a:buSzPts val="4500"/>
              <a:buFont typeface="Calibri"/>
              <a:buNone/>
            </a:pPr>
            <a:r>
              <a:rPr lang="en" sz="3300" b="0" i="0" u="none" strike="noStrike" cap="none">
                <a:solidFill>
                  <a:schemeClr val="lt1"/>
                </a:solidFill>
                <a:latin typeface="Nunito ExtraBold"/>
                <a:ea typeface="Nunito ExtraBold"/>
                <a:cs typeface="Nunito ExtraBold"/>
                <a:sym typeface="Nunito ExtraBold"/>
              </a:rPr>
              <a:t>Happy Learning !</a:t>
            </a:r>
            <a:endParaRPr sz="3300" b="0" i="0" u="none" strike="noStrike" cap="none">
              <a:solidFill>
                <a:schemeClr val="lt1"/>
              </a:solidFill>
              <a:latin typeface="Nunito ExtraBold"/>
              <a:ea typeface="Nunito ExtraBold"/>
              <a:cs typeface="Nunito ExtraBold"/>
              <a:sym typeface="Nunito ExtraBold"/>
            </a:endParaRPr>
          </a:p>
        </p:txBody>
      </p:sp>
      <p:pic>
        <p:nvPicPr>
          <p:cNvPr id="67" name="Google Shape;67;p13"/>
          <p:cNvPicPr preferRelativeResize="0"/>
          <p:nvPr/>
        </p:nvPicPr>
        <p:blipFill rotWithShape="1">
          <a:blip r:embed="rId3">
            <a:alphaModFix/>
          </a:blip>
          <a:srcRect/>
          <a:stretch/>
        </p:blipFill>
        <p:spPr>
          <a:xfrm>
            <a:off x="421875" y="769949"/>
            <a:ext cx="3071452" cy="1261275"/>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68"/>
        <p:cNvGrpSpPr/>
        <p:nvPr/>
      </p:nvGrpSpPr>
      <p:grpSpPr>
        <a:xfrm>
          <a:off x="0" y="0"/>
          <a:ext cx="0" cy="0"/>
          <a:chOff x="0" y="0"/>
          <a:chExt cx="0" cy="0"/>
        </a:xfrm>
      </p:grpSpPr>
      <p:sp>
        <p:nvSpPr>
          <p:cNvPr id="69" name="Google Shape;69;p14"/>
          <p:cNvSpPr txBox="1">
            <a:spLocks noGrp="1"/>
          </p:cNvSpPr>
          <p:nvPr>
            <p:ph type="ctrTitle"/>
          </p:nvPr>
        </p:nvSpPr>
        <p:spPr>
          <a:xfrm>
            <a:off x="2210208" y="744575"/>
            <a:ext cx="6622200" cy="2052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1pPr>
            <a:lvl2pPr lvl="1"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2pPr>
            <a:lvl3pPr lvl="2"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3pPr>
            <a:lvl4pPr lvl="3"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4pPr>
            <a:lvl5pPr lvl="4"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5pPr>
            <a:lvl6pPr lvl="5"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6pPr>
            <a:lvl7pPr lvl="6"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7pPr>
            <a:lvl8pPr lvl="7"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8pPr>
            <a:lvl9pPr lvl="8"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9pPr>
          </a:lstStyle>
          <a:p>
            <a:endParaRPr/>
          </a:p>
        </p:txBody>
      </p:sp>
      <p:sp>
        <p:nvSpPr>
          <p:cNvPr id="70" name="Google Shape;70;p14"/>
          <p:cNvSpPr txBox="1">
            <a:spLocks noGrp="1"/>
          </p:cNvSpPr>
          <p:nvPr>
            <p:ph type="subTitle" idx="1"/>
          </p:nvPr>
        </p:nvSpPr>
        <p:spPr>
          <a:xfrm>
            <a:off x="2210202" y="2834125"/>
            <a:ext cx="6622200" cy="792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1pPr>
            <a:lvl2pPr lvl="1"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2pPr>
            <a:lvl3pPr lvl="2"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3pPr>
            <a:lvl4pPr lvl="3"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4pPr>
            <a:lvl5pPr lvl="4"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5pPr>
            <a:lvl6pPr lvl="5"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6pPr>
            <a:lvl7pPr lvl="6"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7pPr>
            <a:lvl8pPr lvl="7"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8pPr>
            <a:lvl9pPr lvl="8"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1"/>
        <p:cNvGrpSpPr/>
        <p:nvPr/>
      </p:nvGrpSpPr>
      <p:grpSpPr>
        <a:xfrm>
          <a:off x="0" y="0"/>
          <a:ext cx="0" cy="0"/>
          <a:chOff x="0" y="0"/>
          <a:chExt cx="0" cy="0"/>
        </a:xfrm>
      </p:grpSpPr>
      <p:sp>
        <p:nvSpPr>
          <p:cNvPr id="72" name="Google Shape;72;p15"/>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rgbClr val="0E39A9"/>
              </a:buClr>
              <a:buSzPts val="3600"/>
              <a:buNone/>
              <a:defRPr sz="3600">
                <a:solidFill>
                  <a:srgbClr val="0E39A9"/>
                </a:solidFill>
              </a:defRPr>
            </a:lvl1pPr>
            <a:lvl2pPr lvl="1" algn="l">
              <a:lnSpc>
                <a:spcPct val="100000"/>
              </a:lnSpc>
              <a:spcBef>
                <a:spcPts val="0"/>
              </a:spcBef>
              <a:spcAft>
                <a:spcPts val="0"/>
              </a:spcAft>
              <a:buClr>
                <a:srgbClr val="0E39A9"/>
              </a:buClr>
              <a:buSzPts val="3600"/>
              <a:buNone/>
              <a:defRPr sz="3600">
                <a:solidFill>
                  <a:srgbClr val="0E39A9"/>
                </a:solidFill>
              </a:defRPr>
            </a:lvl2pPr>
            <a:lvl3pPr lvl="2" algn="l">
              <a:lnSpc>
                <a:spcPct val="100000"/>
              </a:lnSpc>
              <a:spcBef>
                <a:spcPts val="0"/>
              </a:spcBef>
              <a:spcAft>
                <a:spcPts val="0"/>
              </a:spcAft>
              <a:buClr>
                <a:srgbClr val="0E39A9"/>
              </a:buClr>
              <a:buSzPts val="3600"/>
              <a:buNone/>
              <a:defRPr sz="3600">
                <a:solidFill>
                  <a:srgbClr val="0E39A9"/>
                </a:solidFill>
              </a:defRPr>
            </a:lvl3pPr>
            <a:lvl4pPr lvl="3" algn="l">
              <a:lnSpc>
                <a:spcPct val="100000"/>
              </a:lnSpc>
              <a:spcBef>
                <a:spcPts val="0"/>
              </a:spcBef>
              <a:spcAft>
                <a:spcPts val="0"/>
              </a:spcAft>
              <a:buClr>
                <a:srgbClr val="0E39A9"/>
              </a:buClr>
              <a:buSzPts val="3600"/>
              <a:buNone/>
              <a:defRPr sz="3600">
                <a:solidFill>
                  <a:srgbClr val="0E39A9"/>
                </a:solidFill>
              </a:defRPr>
            </a:lvl4pPr>
            <a:lvl5pPr lvl="4" algn="l">
              <a:lnSpc>
                <a:spcPct val="100000"/>
              </a:lnSpc>
              <a:spcBef>
                <a:spcPts val="0"/>
              </a:spcBef>
              <a:spcAft>
                <a:spcPts val="0"/>
              </a:spcAft>
              <a:buClr>
                <a:srgbClr val="0E39A9"/>
              </a:buClr>
              <a:buSzPts val="3600"/>
              <a:buNone/>
              <a:defRPr sz="3600">
                <a:solidFill>
                  <a:srgbClr val="0E39A9"/>
                </a:solidFill>
              </a:defRPr>
            </a:lvl5pPr>
            <a:lvl6pPr lvl="5" algn="l">
              <a:lnSpc>
                <a:spcPct val="100000"/>
              </a:lnSpc>
              <a:spcBef>
                <a:spcPts val="0"/>
              </a:spcBef>
              <a:spcAft>
                <a:spcPts val="0"/>
              </a:spcAft>
              <a:buClr>
                <a:srgbClr val="0E39A9"/>
              </a:buClr>
              <a:buSzPts val="3600"/>
              <a:buNone/>
              <a:defRPr sz="3600">
                <a:solidFill>
                  <a:srgbClr val="0E39A9"/>
                </a:solidFill>
              </a:defRPr>
            </a:lvl6pPr>
            <a:lvl7pPr lvl="6" algn="l">
              <a:lnSpc>
                <a:spcPct val="100000"/>
              </a:lnSpc>
              <a:spcBef>
                <a:spcPts val="0"/>
              </a:spcBef>
              <a:spcAft>
                <a:spcPts val="0"/>
              </a:spcAft>
              <a:buClr>
                <a:srgbClr val="0E39A9"/>
              </a:buClr>
              <a:buSzPts val="3600"/>
              <a:buNone/>
              <a:defRPr sz="3600">
                <a:solidFill>
                  <a:srgbClr val="0E39A9"/>
                </a:solidFill>
              </a:defRPr>
            </a:lvl7pPr>
            <a:lvl8pPr lvl="7" algn="l">
              <a:lnSpc>
                <a:spcPct val="100000"/>
              </a:lnSpc>
              <a:spcBef>
                <a:spcPts val="0"/>
              </a:spcBef>
              <a:spcAft>
                <a:spcPts val="0"/>
              </a:spcAft>
              <a:buClr>
                <a:srgbClr val="0E39A9"/>
              </a:buClr>
              <a:buSzPts val="3600"/>
              <a:buNone/>
              <a:defRPr sz="3600">
                <a:solidFill>
                  <a:srgbClr val="0E39A9"/>
                </a:solidFill>
              </a:defRPr>
            </a:lvl8pPr>
            <a:lvl9pPr lvl="8" algn="l">
              <a:lnSpc>
                <a:spcPct val="100000"/>
              </a:lnSpc>
              <a:spcBef>
                <a:spcPts val="0"/>
              </a:spcBef>
              <a:spcAft>
                <a:spcPts val="0"/>
              </a:spcAft>
              <a:buClr>
                <a:srgbClr val="0E39A9"/>
              </a:buClr>
              <a:buSzPts val="3600"/>
              <a:buNone/>
              <a:defRPr sz="3600">
                <a:solidFill>
                  <a:srgbClr val="0E39A9"/>
                </a:solidFill>
              </a:defRPr>
            </a:lvl9pPr>
          </a:lstStyle>
          <a:p>
            <a:endParaRPr/>
          </a:p>
        </p:txBody>
      </p:sp>
      <p:sp>
        <p:nvSpPr>
          <p:cNvPr id="73" name="Google Shape;73;p15"/>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74"/>
        <p:cNvGrpSpPr/>
        <p:nvPr/>
      </p:nvGrpSpPr>
      <p:grpSpPr>
        <a:xfrm>
          <a:off x="0" y="0"/>
          <a:ext cx="0" cy="0"/>
          <a:chOff x="0" y="0"/>
          <a:chExt cx="0" cy="0"/>
        </a:xfrm>
      </p:grpSpPr>
      <p:sp>
        <p:nvSpPr>
          <p:cNvPr id="75" name="Google Shape;75;p16"/>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76" name="Google Shape;76;p16"/>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lvl1pPr marL="457200" lvl="0" indent="-323850" algn="l">
              <a:lnSpc>
                <a:spcPct val="115000"/>
              </a:lnSpc>
              <a:spcBef>
                <a:spcPts val="0"/>
              </a:spcBef>
              <a:spcAft>
                <a:spcPts val="0"/>
              </a:spcAft>
              <a:buSzPts val="1500"/>
              <a:buFont typeface="Nunito"/>
              <a:buChar char="●"/>
              <a:defRPr>
                <a:latin typeface="Nunito"/>
                <a:ea typeface="Nunito"/>
                <a:cs typeface="Nunito"/>
                <a:sym typeface="Nunito"/>
              </a:defRPr>
            </a:lvl1pPr>
            <a:lvl2pPr marL="914400" lvl="1" indent="-311150" algn="l">
              <a:lnSpc>
                <a:spcPct val="115000"/>
              </a:lnSpc>
              <a:spcBef>
                <a:spcPts val="1600"/>
              </a:spcBef>
              <a:spcAft>
                <a:spcPts val="0"/>
              </a:spcAft>
              <a:buSzPts val="1300"/>
              <a:buFont typeface="Nunito"/>
              <a:buChar char="○"/>
              <a:defRPr>
                <a:latin typeface="Nunito"/>
                <a:ea typeface="Nunito"/>
                <a:cs typeface="Nunito"/>
                <a:sym typeface="Nunito"/>
              </a:defRPr>
            </a:lvl2pPr>
            <a:lvl3pPr marL="1371600" lvl="2" indent="-304800" algn="l">
              <a:lnSpc>
                <a:spcPct val="115000"/>
              </a:lnSpc>
              <a:spcBef>
                <a:spcPts val="1600"/>
              </a:spcBef>
              <a:spcAft>
                <a:spcPts val="0"/>
              </a:spcAft>
              <a:buSzPts val="1200"/>
              <a:buFont typeface="Nunito"/>
              <a:buChar char="■"/>
              <a:defRPr>
                <a:latin typeface="Nunito"/>
                <a:ea typeface="Nunito"/>
                <a:cs typeface="Nunito"/>
                <a:sym typeface="Nunito"/>
              </a:defRPr>
            </a:lvl3pPr>
            <a:lvl4pPr marL="1828800" lvl="3" indent="-298450" algn="l">
              <a:lnSpc>
                <a:spcPct val="115000"/>
              </a:lnSpc>
              <a:spcBef>
                <a:spcPts val="1600"/>
              </a:spcBef>
              <a:spcAft>
                <a:spcPts val="0"/>
              </a:spcAft>
              <a:buSzPts val="1100"/>
              <a:buFont typeface="Nunito"/>
              <a:buChar char="●"/>
              <a:defRPr>
                <a:latin typeface="Nunito"/>
                <a:ea typeface="Nunito"/>
                <a:cs typeface="Nunito"/>
                <a:sym typeface="Nunito"/>
              </a:defRPr>
            </a:lvl4pPr>
            <a:lvl5pPr marL="2286000" lvl="4" indent="-292100" algn="l">
              <a:lnSpc>
                <a:spcPct val="115000"/>
              </a:lnSpc>
              <a:spcBef>
                <a:spcPts val="1600"/>
              </a:spcBef>
              <a:spcAft>
                <a:spcPts val="0"/>
              </a:spcAft>
              <a:buSzPts val="1000"/>
              <a:buFont typeface="Nunito"/>
              <a:buChar char="○"/>
              <a:defRPr>
                <a:latin typeface="Nunito"/>
                <a:ea typeface="Nunito"/>
                <a:cs typeface="Nunito"/>
                <a:sym typeface="Nunito"/>
              </a:defRPr>
            </a:lvl5pPr>
            <a:lvl6pPr marL="2743200" lvl="5" indent="-285750" algn="l">
              <a:lnSpc>
                <a:spcPct val="115000"/>
              </a:lnSpc>
              <a:spcBef>
                <a:spcPts val="1600"/>
              </a:spcBef>
              <a:spcAft>
                <a:spcPts val="0"/>
              </a:spcAft>
              <a:buSzPts val="900"/>
              <a:buFont typeface="Nunito"/>
              <a:buChar char="■"/>
              <a:defRPr>
                <a:latin typeface="Nunito"/>
                <a:ea typeface="Nunito"/>
                <a:cs typeface="Nunito"/>
                <a:sym typeface="Nunito"/>
              </a:defRPr>
            </a:lvl6pPr>
            <a:lvl7pPr marL="3200400" lvl="6" indent="-279400" algn="l">
              <a:lnSpc>
                <a:spcPct val="115000"/>
              </a:lnSpc>
              <a:spcBef>
                <a:spcPts val="1600"/>
              </a:spcBef>
              <a:spcAft>
                <a:spcPts val="0"/>
              </a:spcAft>
              <a:buSzPts val="800"/>
              <a:buFont typeface="Nunito"/>
              <a:buChar char="●"/>
              <a:defRPr>
                <a:latin typeface="Nunito"/>
                <a:ea typeface="Nunito"/>
                <a:cs typeface="Nunito"/>
                <a:sym typeface="Nunito"/>
              </a:defRPr>
            </a:lvl7pPr>
            <a:lvl8pPr marL="3657600" lvl="7" indent="-273050" algn="l">
              <a:lnSpc>
                <a:spcPct val="115000"/>
              </a:lnSpc>
              <a:spcBef>
                <a:spcPts val="1600"/>
              </a:spcBef>
              <a:spcAft>
                <a:spcPts val="0"/>
              </a:spcAft>
              <a:buSzPts val="700"/>
              <a:buFont typeface="Nunito"/>
              <a:buChar char="○"/>
              <a:defRPr>
                <a:latin typeface="Nunito"/>
                <a:ea typeface="Nunito"/>
                <a:cs typeface="Nunito"/>
                <a:sym typeface="Nunito"/>
              </a:defRPr>
            </a:lvl8pPr>
            <a:lvl9pPr marL="4114800" lvl="8" indent="-266700" algn="l">
              <a:lnSpc>
                <a:spcPct val="115000"/>
              </a:lnSpc>
              <a:spcBef>
                <a:spcPts val="1600"/>
              </a:spcBef>
              <a:spcAft>
                <a:spcPts val="1600"/>
              </a:spcAft>
              <a:buSzPts val="600"/>
              <a:buFont typeface="Nunito"/>
              <a:buChar char="■"/>
              <a:defRPr>
                <a:latin typeface="Nunito"/>
                <a:ea typeface="Nunito"/>
                <a:cs typeface="Nunito"/>
                <a:sym typeface="Nunito"/>
              </a:defRPr>
            </a:lvl9pPr>
          </a:lstStyle>
          <a:p>
            <a:endParaRPr/>
          </a:p>
        </p:txBody>
      </p:sp>
      <p:sp>
        <p:nvSpPr>
          <p:cNvPr id="77" name="Google Shape;77;p16"/>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able">
  <p:cSld name="CUSTOM">
    <p:spTree>
      <p:nvGrpSpPr>
        <p:cNvPr id="1" name="Shape 78"/>
        <p:cNvGrpSpPr/>
        <p:nvPr/>
      </p:nvGrpSpPr>
      <p:grpSpPr>
        <a:xfrm>
          <a:off x="0" y="0"/>
          <a:ext cx="0" cy="0"/>
          <a:chOff x="0" y="0"/>
          <a:chExt cx="0" cy="0"/>
        </a:xfrm>
      </p:grpSpPr>
      <p:sp>
        <p:nvSpPr>
          <p:cNvPr id="79" name="Google Shape;79;p17"/>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graphicFrame>
        <p:nvGraphicFramePr>
          <p:cNvPr id="80" name="Google Shape;80;p17"/>
          <p:cNvGraphicFramePr/>
          <p:nvPr/>
        </p:nvGraphicFramePr>
        <p:xfrm>
          <a:off x="201942" y="833662"/>
          <a:ext cx="3000000" cy="3000000"/>
        </p:xfrm>
        <a:graphic>
          <a:graphicData uri="http://schemas.openxmlformats.org/drawingml/2006/table">
            <a:tbl>
              <a:tblPr firstRow="1" bandRow="1">
                <a:noFill/>
                <a:tableStyleId>{60BA267F-57BB-4B82-9B38-EB87E1CD43B7}</a:tableStyleId>
              </a:tblPr>
              <a:tblGrid>
                <a:gridCol w="883125">
                  <a:extLst>
                    <a:ext uri="{9D8B030D-6E8A-4147-A177-3AD203B41FA5}">
                      <a16:colId xmlns:a16="http://schemas.microsoft.com/office/drawing/2014/main" val="20000"/>
                    </a:ext>
                  </a:extLst>
                </a:gridCol>
                <a:gridCol w="3886050">
                  <a:extLst>
                    <a:ext uri="{9D8B030D-6E8A-4147-A177-3AD203B41FA5}">
                      <a16:colId xmlns:a16="http://schemas.microsoft.com/office/drawing/2014/main" val="20001"/>
                    </a:ext>
                  </a:extLst>
                </a:gridCol>
                <a:gridCol w="3886050">
                  <a:extLst>
                    <a:ext uri="{9D8B030D-6E8A-4147-A177-3AD203B41FA5}">
                      <a16:colId xmlns:a16="http://schemas.microsoft.com/office/drawing/2014/main" val="20002"/>
                    </a:ext>
                  </a:extLst>
                </a:gridCol>
              </a:tblGrid>
              <a:tr h="67357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a:t>
                      </a:r>
                      <a:endParaRPr sz="14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 Profile </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Business Insights for Marketing Team</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0"/>
                  </a:ext>
                </a:extLst>
              </a:tr>
              <a:tr h="7533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1</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High value customers who have many credit cards and prefer to engage online</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Engage Online – Set up priority calling in lines – Upsell and Cross sell premium products</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1"/>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2</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baseline="30000">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2"/>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3</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3"/>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4"/>
                  </a:ext>
                </a:extLst>
              </a:tr>
            </a:tbl>
          </a:graphicData>
        </a:graphic>
      </p:graphicFrame>
      <p:sp>
        <p:nvSpPr>
          <p:cNvPr id="81" name="Google Shape;81;p17"/>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82"/>
        <p:cNvGrpSpPr/>
        <p:nvPr/>
      </p:nvGrpSpPr>
      <p:grpSpPr>
        <a:xfrm>
          <a:off x="0" y="0"/>
          <a:ext cx="0" cy="0"/>
          <a:chOff x="0" y="0"/>
          <a:chExt cx="0" cy="0"/>
        </a:xfrm>
      </p:grpSpPr>
      <p:sp>
        <p:nvSpPr>
          <p:cNvPr id="83" name="Google Shape;83;p18"/>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84" name="Google Shape;84;p18"/>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85" name="Google Shape;85;p18"/>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86" name="Google Shape;86;p18"/>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7"/>
        <p:cNvGrpSpPr/>
        <p:nvPr/>
      </p:nvGrpSpPr>
      <p:grpSpPr>
        <a:xfrm>
          <a:off x="0" y="0"/>
          <a:ext cx="0" cy="0"/>
          <a:chOff x="0" y="0"/>
          <a:chExt cx="0" cy="0"/>
        </a:xfrm>
      </p:grpSpPr>
      <p:sp>
        <p:nvSpPr>
          <p:cNvPr id="88" name="Google Shape;88;p19"/>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89" name="Google Shape;89;p19"/>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90"/>
        <p:cNvGrpSpPr/>
        <p:nvPr/>
      </p:nvGrpSpPr>
      <p:grpSpPr>
        <a:xfrm>
          <a:off x="0" y="0"/>
          <a:ext cx="0" cy="0"/>
          <a:chOff x="0" y="0"/>
          <a:chExt cx="0" cy="0"/>
        </a:xfrm>
      </p:grpSpPr>
      <p:sp>
        <p:nvSpPr>
          <p:cNvPr id="91" name="Google Shape;91;p20"/>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92" name="Google Shape;92;p20"/>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3"/>
        <p:cNvGrpSpPr/>
        <p:nvPr/>
      </p:nvGrpSpPr>
      <p:grpSpPr>
        <a:xfrm>
          <a:off x="0" y="0"/>
          <a:ext cx="0" cy="0"/>
          <a:chOff x="0" y="0"/>
          <a:chExt cx="0" cy="0"/>
        </a:xfrm>
      </p:grpSpPr>
      <p:sp>
        <p:nvSpPr>
          <p:cNvPr id="94" name="Google Shape;94;p2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 name="Google Shape;95;p2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96" name="Google Shape;96;p2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97" name="Google Shape;97;p2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23850" algn="l">
              <a:lnSpc>
                <a:spcPct val="115000"/>
              </a:lnSpc>
              <a:spcBef>
                <a:spcPts val="0"/>
              </a:spcBef>
              <a:spcAft>
                <a:spcPts val="0"/>
              </a:spcAft>
              <a:buSzPts val="1500"/>
              <a:buChar char="●"/>
              <a:defRPr/>
            </a:lvl1pPr>
            <a:lvl2pPr marL="914400" lvl="1" indent="-311150" algn="l">
              <a:lnSpc>
                <a:spcPct val="115000"/>
              </a:lnSpc>
              <a:spcBef>
                <a:spcPts val="1600"/>
              </a:spcBef>
              <a:spcAft>
                <a:spcPts val="0"/>
              </a:spcAft>
              <a:buSzPts val="1300"/>
              <a:buChar char="○"/>
              <a:defRPr/>
            </a:lvl2pPr>
            <a:lvl3pPr marL="1371600" lvl="2" indent="-304800" algn="l">
              <a:lnSpc>
                <a:spcPct val="115000"/>
              </a:lnSpc>
              <a:spcBef>
                <a:spcPts val="1600"/>
              </a:spcBef>
              <a:spcAft>
                <a:spcPts val="0"/>
              </a:spcAft>
              <a:buSzPts val="1200"/>
              <a:buChar char="■"/>
              <a:defRPr/>
            </a:lvl3pPr>
            <a:lvl4pPr marL="1828800" lvl="3" indent="-298450" algn="l">
              <a:lnSpc>
                <a:spcPct val="115000"/>
              </a:lnSpc>
              <a:spcBef>
                <a:spcPts val="1600"/>
              </a:spcBef>
              <a:spcAft>
                <a:spcPts val="0"/>
              </a:spcAft>
              <a:buSzPts val="1100"/>
              <a:buChar char="●"/>
              <a:defRPr/>
            </a:lvl4pPr>
            <a:lvl5pPr marL="2286000" lvl="4" indent="-292100" algn="l">
              <a:lnSpc>
                <a:spcPct val="115000"/>
              </a:lnSpc>
              <a:spcBef>
                <a:spcPts val="1600"/>
              </a:spcBef>
              <a:spcAft>
                <a:spcPts val="0"/>
              </a:spcAft>
              <a:buSzPts val="1000"/>
              <a:buChar char="○"/>
              <a:defRPr/>
            </a:lvl5pPr>
            <a:lvl6pPr marL="2743200" lvl="5" indent="-285750" algn="l">
              <a:lnSpc>
                <a:spcPct val="115000"/>
              </a:lnSpc>
              <a:spcBef>
                <a:spcPts val="1600"/>
              </a:spcBef>
              <a:spcAft>
                <a:spcPts val="0"/>
              </a:spcAft>
              <a:buSzPts val="900"/>
              <a:buChar char="■"/>
              <a:defRPr/>
            </a:lvl6pPr>
            <a:lvl7pPr marL="3200400" lvl="6" indent="-279400" algn="l">
              <a:lnSpc>
                <a:spcPct val="115000"/>
              </a:lnSpc>
              <a:spcBef>
                <a:spcPts val="1600"/>
              </a:spcBef>
              <a:spcAft>
                <a:spcPts val="0"/>
              </a:spcAft>
              <a:buSzPts val="800"/>
              <a:buChar char="●"/>
              <a:defRPr/>
            </a:lvl7pPr>
            <a:lvl8pPr marL="3657600" lvl="7" indent="-273050" algn="l">
              <a:lnSpc>
                <a:spcPct val="115000"/>
              </a:lnSpc>
              <a:spcBef>
                <a:spcPts val="1600"/>
              </a:spcBef>
              <a:spcAft>
                <a:spcPts val="0"/>
              </a:spcAft>
              <a:buSzPts val="700"/>
              <a:buChar char="○"/>
              <a:defRPr/>
            </a:lvl8pPr>
            <a:lvl9pPr marL="4114800" lvl="8" indent="-266700" algn="l">
              <a:lnSpc>
                <a:spcPct val="115000"/>
              </a:lnSpc>
              <a:spcBef>
                <a:spcPts val="1600"/>
              </a:spcBef>
              <a:spcAft>
                <a:spcPts val="1600"/>
              </a:spcAft>
              <a:buSzPts val="600"/>
              <a:buChar char="■"/>
              <a:defRPr/>
            </a:lvl9pPr>
          </a:lstStyle>
          <a:p>
            <a:endParaRPr/>
          </a:p>
        </p:txBody>
      </p:sp>
      <p:sp>
        <p:nvSpPr>
          <p:cNvPr id="98" name="Google Shape;98;p21"/>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9"/>
        <p:cNvGrpSpPr/>
        <p:nvPr/>
      </p:nvGrpSpPr>
      <p:grpSpPr>
        <a:xfrm>
          <a:off x="0" y="0"/>
          <a:ext cx="0" cy="0"/>
          <a:chOff x="0" y="0"/>
          <a:chExt cx="0" cy="0"/>
        </a:xfrm>
      </p:grpSpPr>
      <p:sp>
        <p:nvSpPr>
          <p:cNvPr id="100" name="Google Shape;100;p22"/>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image" Target="../media/image1.png"/><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theme" Target="../theme/theme2.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endParaRPr/>
          </a:p>
        </p:txBody>
      </p:sp>
      <p:sp>
        <p:nvSpPr>
          <p:cNvPr id="7" name="Google Shape;7;p1"/>
          <p:cNvSpPr txBox="1">
            <a:spLocks noGrp="1"/>
          </p:cNvSpPr>
          <p:nvPr>
            <p:ph type="body" idx="1"/>
          </p:nvPr>
        </p:nvSpPr>
        <p:spPr>
          <a:xfrm>
            <a:off x="311700" y="861075"/>
            <a:ext cx="8520600" cy="3416400"/>
          </a:xfrm>
          <a:prstGeom prst="rect">
            <a:avLst/>
          </a:prstGeom>
          <a:noFill/>
          <a:ln>
            <a:noFill/>
          </a:ln>
        </p:spPr>
        <p:txBody>
          <a:bodyPr spcFirstLastPara="1" wrap="square" lIns="91425" tIns="91425" rIns="91425" bIns="91425" anchor="t" anchorCtr="0">
            <a:noAutofit/>
          </a:bodyPr>
          <a:lstStyle>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endParaRPr/>
          </a:p>
        </p:txBody>
      </p:sp>
      <p:sp>
        <p:nvSpPr>
          <p:cNvPr id="8" name="Google Shape;8;p1"/>
          <p:cNvSpPr txBox="1"/>
          <p:nvPr/>
        </p:nvSpPr>
        <p:spPr>
          <a:xfrm>
            <a:off x="2234400" y="4917657"/>
            <a:ext cx="4675200" cy="275700"/>
          </a:xfrm>
          <a:prstGeom prst="rect">
            <a:avLst/>
          </a:prstGeom>
          <a:noFill/>
          <a:ln>
            <a:noFill/>
          </a:ln>
        </p:spPr>
        <p:txBody>
          <a:bodyPr spcFirstLastPara="1" wrap="square" lIns="91425" tIns="91425" rIns="91425" bIns="91425" anchor="t" anchorCtr="0">
            <a:noAutofit/>
          </a:bodyPr>
          <a:lstStyle/>
          <a:p>
            <a:pPr marL="12700" marR="0" lvl="0" indent="0" algn="ctr" rtl="0">
              <a:lnSpc>
                <a:spcPct val="102500"/>
              </a:lnSpc>
              <a:spcBef>
                <a:spcPts val="0"/>
              </a:spcBef>
              <a:spcAft>
                <a:spcPts val="0"/>
              </a:spcAft>
              <a:buClr>
                <a:srgbClr val="000000"/>
              </a:buClr>
              <a:buSzPts val="700"/>
              <a:buFont typeface="Arial"/>
              <a:buNone/>
            </a:pPr>
            <a:r>
              <a:rPr lang="en" sz="700" b="1" i="0" u="none" strike="noStrike" cap="none">
                <a:solidFill>
                  <a:srgbClr val="434343"/>
                </a:solidFill>
                <a:latin typeface="Nunito"/>
                <a:ea typeface="Nunito"/>
                <a:cs typeface="Nunito"/>
                <a:sym typeface="Nunito"/>
              </a:rPr>
              <a:t>Proprietary content. © Great Learning. All Rights Reserved. Unauthorized use or distribution prohibited.</a:t>
            </a:r>
            <a:endParaRPr sz="700" b="1" i="0" u="none" strike="noStrike" cap="none">
              <a:solidFill>
                <a:srgbClr val="434343"/>
              </a:solidFill>
              <a:latin typeface="Nunito"/>
              <a:ea typeface="Nunito"/>
              <a:cs typeface="Nunito"/>
              <a:sym typeface="Nunito"/>
            </a:endParaRPr>
          </a:p>
        </p:txBody>
      </p:sp>
      <p:sp>
        <p:nvSpPr>
          <p:cNvPr id="9" name="Google Shape;9;p1"/>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pic>
        <p:nvPicPr>
          <p:cNvPr id="10" name="Google Shape;10;p1"/>
          <p:cNvPicPr preferRelativeResize="0"/>
          <p:nvPr/>
        </p:nvPicPr>
        <p:blipFill rotWithShape="1">
          <a:blip r:embed="rId12">
            <a:alphaModFix/>
          </a:blip>
          <a:srcRect/>
          <a:stretch/>
        </p:blipFill>
        <p:spPr>
          <a:xfrm>
            <a:off x="7669500" y="68264"/>
            <a:ext cx="1395476" cy="572701"/>
          </a:xfrm>
          <a:prstGeom prst="rect">
            <a:avLst/>
          </a:prstGeom>
          <a:noFill/>
          <a:ln>
            <a:noFill/>
          </a:ln>
        </p:spPr>
      </p:pic>
      <p:grpSp>
        <p:nvGrpSpPr>
          <p:cNvPr id="11" name="Google Shape;11;p1"/>
          <p:cNvGrpSpPr/>
          <p:nvPr/>
        </p:nvGrpSpPr>
        <p:grpSpPr>
          <a:xfrm>
            <a:off x="6593" y="10"/>
            <a:ext cx="175500" cy="709221"/>
            <a:chOff x="6593" y="10"/>
            <a:chExt cx="175500" cy="709221"/>
          </a:xfrm>
        </p:grpSpPr>
        <p:sp>
          <p:nvSpPr>
            <p:cNvPr id="12" name="Google Shape;12;p1"/>
            <p:cNvSpPr/>
            <p:nvPr/>
          </p:nvSpPr>
          <p:spPr>
            <a:xfrm>
              <a:off x="6593" y="10"/>
              <a:ext cx="175500" cy="355500"/>
            </a:xfrm>
            <a:prstGeom prst="rect">
              <a:avLst/>
            </a:prstGeom>
            <a:solidFill>
              <a:srgbClr val="0E39A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p1"/>
            <p:cNvSpPr/>
            <p:nvPr/>
          </p:nvSpPr>
          <p:spPr>
            <a:xfrm>
              <a:off x="6593" y="353731"/>
              <a:ext cx="175500" cy="355500"/>
            </a:xfrm>
            <a:prstGeom prst="rect">
              <a:avLst/>
            </a:prstGeom>
            <a:solidFill>
              <a:srgbClr val="1974D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3"/>
        <p:cNvGrpSpPr/>
        <p:nvPr/>
      </p:nvGrpSpPr>
      <p:grpSpPr>
        <a:xfrm>
          <a:off x="0" y="0"/>
          <a:ext cx="0" cy="0"/>
          <a:chOff x="0" y="0"/>
          <a:chExt cx="0" cy="0"/>
        </a:xfrm>
      </p:grpSpPr>
      <p:sp>
        <p:nvSpPr>
          <p:cNvPr id="54" name="Google Shape;54;p12"/>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endParaRPr/>
          </a:p>
        </p:txBody>
      </p:sp>
      <p:sp>
        <p:nvSpPr>
          <p:cNvPr id="55" name="Google Shape;55;p12"/>
          <p:cNvSpPr txBox="1">
            <a:spLocks noGrp="1"/>
          </p:cNvSpPr>
          <p:nvPr>
            <p:ph type="body" idx="1"/>
          </p:nvPr>
        </p:nvSpPr>
        <p:spPr>
          <a:xfrm>
            <a:off x="311700" y="861075"/>
            <a:ext cx="8520600" cy="3416400"/>
          </a:xfrm>
          <a:prstGeom prst="rect">
            <a:avLst/>
          </a:prstGeom>
          <a:noFill/>
          <a:ln>
            <a:noFill/>
          </a:ln>
        </p:spPr>
        <p:txBody>
          <a:bodyPr spcFirstLastPara="1" wrap="square" lIns="91425" tIns="91425" rIns="91425" bIns="91425" anchor="t" anchorCtr="0">
            <a:noAutofit/>
          </a:bodyPr>
          <a:lstStyle>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endParaRPr/>
          </a:p>
        </p:txBody>
      </p:sp>
      <p:sp>
        <p:nvSpPr>
          <p:cNvPr id="56" name="Google Shape;56;p12"/>
          <p:cNvSpPr txBox="1"/>
          <p:nvPr/>
        </p:nvSpPr>
        <p:spPr>
          <a:xfrm>
            <a:off x="2234400" y="4917657"/>
            <a:ext cx="4675200" cy="275700"/>
          </a:xfrm>
          <a:prstGeom prst="rect">
            <a:avLst/>
          </a:prstGeom>
          <a:noFill/>
          <a:ln>
            <a:noFill/>
          </a:ln>
        </p:spPr>
        <p:txBody>
          <a:bodyPr spcFirstLastPara="1" wrap="square" lIns="91425" tIns="91425" rIns="91425" bIns="91425" anchor="t" anchorCtr="0">
            <a:noAutofit/>
          </a:bodyPr>
          <a:lstStyle/>
          <a:p>
            <a:pPr marL="12700" marR="0" lvl="0" indent="0" algn="ctr" rtl="0">
              <a:lnSpc>
                <a:spcPct val="102500"/>
              </a:lnSpc>
              <a:spcBef>
                <a:spcPts val="0"/>
              </a:spcBef>
              <a:spcAft>
                <a:spcPts val="0"/>
              </a:spcAft>
              <a:buClr>
                <a:srgbClr val="000000"/>
              </a:buClr>
              <a:buSzPts val="700"/>
              <a:buFont typeface="Arial"/>
              <a:buNone/>
            </a:pPr>
            <a:r>
              <a:rPr lang="en" sz="700" b="1" i="0" u="none" strike="noStrike" cap="none">
                <a:solidFill>
                  <a:srgbClr val="434343"/>
                </a:solidFill>
                <a:latin typeface="Nunito"/>
                <a:ea typeface="Nunito"/>
                <a:cs typeface="Nunito"/>
                <a:sym typeface="Nunito"/>
              </a:rPr>
              <a:t>Proprietary content. © Great Learning. All Rights Reserved. Unauthorized use or distribution prohibited.</a:t>
            </a:r>
            <a:endParaRPr sz="700" b="1" i="0" u="none" strike="noStrike" cap="none">
              <a:solidFill>
                <a:srgbClr val="434343"/>
              </a:solidFill>
              <a:latin typeface="Nunito"/>
              <a:ea typeface="Nunito"/>
              <a:cs typeface="Nunito"/>
              <a:sym typeface="Nunito"/>
            </a:endParaRPr>
          </a:p>
        </p:txBody>
      </p:sp>
      <p:sp>
        <p:nvSpPr>
          <p:cNvPr id="57" name="Google Shape;57;p12"/>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pic>
        <p:nvPicPr>
          <p:cNvPr id="58" name="Google Shape;58;p12"/>
          <p:cNvPicPr preferRelativeResize="0"/>
          <p:nvPr/>
        </p:nvPicPr>
        <p:blipFill rotWithShape="1">
          <a:blip r:embed="rId12">
            <a:alphaModFix/>
          </a:blip>
          <a:srcRect/>
          <a:stretch/>
        </p:blipFill>
        <p:spPr>
          <a:xfrm>
            <a:off x="7669500" y="68264"/>
            <a:ext cx="1395476" cy="572701"/>
          </a:xfrm>
          <a:prstGeom prst="rect">
            <a:avLst/>
          </a:prstGeom>
          <a:noFill/>
          <a:ln>
            <a:noFill/>
          </a:ln>
        </p:spPr>
      </p:pic>
      <p:grpSp>
        <p:nvGrpSpPr>
          <p:cNvPr id="59" name="Google Shape;59;p12"/>
          <p:cNvGrpSpPr/>
          <p:nvPr/>
        </p:nvGrpSpPr>
        <p:grpSpPr>
          <a:xfrm>
            <a:off x="6593" y="10"/>
            <a:ext cx="175500" cy="709221"/>
            <a:chOff x="6593" y="10"/>
            <a:chExt cx="175500" cy="709221"/>
          </a:xfrm>
        </p:grpSpPr>
        <p:sp>
          <p:nvSpPr>
            <p:cNvPr id="60" name="Google Shape;60;p12"/>
            <p:cNvSpPr/>
            <p:nvPr/>
          </p:nvSpPr>
          <p:spPr>
            <a:xfrm>
              <a:off x="6593" y="10"/>
              <a:ext cx="175500" cy="355500"/>
            </a:xfrm>
            <a:prstGeom prst="rect">
              <a:avLst/>
            </a:prstGeom>
            <a:solidFill>
              <a:srgbClr val="0E39A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 name="Google Shape;61;p12"/>
            <p:cNvSpPr/>
            <p:nvPr/>
          </p:nvSpPr>
          <p:spPr>
            <a:xfrm>
              <a:off x="6593" y="353731"/>
              <a:ext cx="175500" cy="355500"/>
            </a:xfrm>
            <a:prstGeom prst="rect">
              <a:avLst/>
            </a:prstGeom>
            <a:solidFill>
              <a:srgbClr val="1974D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Lst>
  <mc:AlternateContent xmlns:mc="http://schemas.openxmlformats.org/markup-compatibility/2006" xmlns:p14="http://schemas.microsoft.com/office/powerpoint/2010/main">
    <mc:Choice Requires="p14">
      <p:transition p14:dur="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archive.ics.uci.edu/dataset/296/diabetes+130-us+hospitals+for+years+1999-2008"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3.xml"/><Relationship Id="rId1" Type="http://schemas.openxmlformats.org/officeDocument/2006/relationships/themeOverride" Target="../theme/themeOverride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23"/>
          <p:cNvSpPr txBox="1">
            <a:spLocks noGrp="1"/>
          </p:cNvSpPr>
          <p:nvPr>
            <p:ph type="ctrTitle"/>
          </p:nvPr>
        </p:nvSpPr>
        <p:spPr>
          <a:xfrm>
            <a:off x="1158149" y="825445"/>
            <a:ext cx="6999087" cy="1211697"/>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800"/>
              <a:buNone/>
            </a:pPr>
            <a:r>
              <a:rPr lang="en" sz="3600" dirty="0"/>
              <a:t>Capstone project – </a:t>
            </a:r>
            <a:br>
              <a:rPr lang="en" sz="3600" dirty="0"/>
            </a:br>
            <a:r>
              <a:rPr lang="en" sz="3600" dirty="0"/>
              <a:t>Mentor discussion</a:t>
            </a:r>
            <a:endParaRPr sz="3600" dirty="0"/>
          </a:p>
        </p:txBody>
      </p:sp>
      <p:sp>
        <p:nvSpPr>
          <p:cNvPr id="106" name="Google Shape;106;p23"/>
          <p:cNvSpPr txBox="1">
            <a:spLocks noGrp="1"/>
          </p:cNvSpPr>
          <p:nvPr>
            <p:ph type="ctrTitle"/>
          </p:nvPr>
        </p:nvSpPr>
        <p:spPr>
          <a:xfrm>
            <a:off x="1220142" y="2417658"/>
            <a:ext cx="7638622" cy="1397599"/>
          </a:xfrm>
          <a:prstGeom prst="rect">
            <a:avLst/>
          </a:prstGeom>
          <a:noFill/>
          <a:ln>
            <a:noFill/>
          </a:ln>
        </p:spPr>
        <p:txBody>
          <a:bodyPr spcFirstLastPara="1" wrap="square" lIns="91425" tIns="91425" rIns="91425" bIns="91425" anchor="b" anchorCtr="0">
            <a:noAutofit/>
          </a:bodyPr>
          <a:lstStyle/>
          <a:p>
            <a:pPr>
              <a:lnSpc>
                <a:spcPct val="150000"/>
              </a:lnSpc>
            </a:pPr>
            <a:r>
              <a:rPr lang="en-US" sz="1400" i="0" dirty="0">
                <a:solidFill>
                  <a:schemeClr val="tx1"/>
                </a:solidFill>
                <a:effectLst/>
                <a:latin typeface="Roboto" panose="02000000000000000000" pitchFamily="2" charset="0"/>
                <a:ea typeface="Roboto" panose="02000000000000000000" pitchFamily="2" charset="0"/>
                <a:cs typeface="Roboto" panose="02000000000000000000" pitchFamily="2" charset="0"/>
              </a:rPr>
              <a:t>Project</a:t>
            </a:r>
            <a:r>
              <a:rPr lang="en-US" sz="1400" b="0" i="0" dirty="0">
                <a:solidFill>
                  <a:schemeClr val="tx1"/>
                </a:solidFill>
                <a:effectLst/>
                <a:latin typeface="Roboto" panose="02000000000000000000" pitchFamily="2" charset="0"/>
                <a:ea typeface="Roboto" panose="02000000000000000000" pitchFamily="2" charset="0"/>
                <a:cs typeface="Roboto" panose="02000000000000000000" pitchFamily="2" charset="0"/>
              </a:rPr>
              <a:t> : </a:t>
            </a:r>
            <a:r>
              <a:rPr lang="en-US" sz="1400" b="0" dirty="0">
                <a:solidFill>
                  <a:schemeClr val="tx1"/>
                </a:solidFill>
                <a:latin typeface="Roboto" panose="02000000000000000000" pitchFamily="2" charset="0"/>
                <a:ea typeface="Roboto" panose="02000000000000000000" pitchFamily="2" charset="0"/>
                <a:cs typeface="Roboto" panose="02000000000000000000" pitchFamily="2" charset="0"/>
              </a:rPr>
              <a:t>Bias Evaluation in ML models</a:t>
            </a:r>
            <a:br>
              <a:rPr lang="en-US" sz="1400" b="0" dirty="0">
                <a:solidFill>
                  <a:schemeClr val="tx1"/>
                </a:solidFill>
                <a:latin typeface="Roboto" panose="02000000000000000000" pitchFamily="2" charset="0"/>
                <a:ea typeface="Roboto" panose="02000000000000000000" pitchFamily="2" charset="0"/>
                <a:cs typeface="Roboto" panose="02000000000000000000" pitchFamily="2" charset="0"/>
              </a:rPr>
            </a:b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Domain</a:t>
            </a:r>
            <a:r>
              <a:rPr lang="en-US" sz="1400" b="0" dirty="0">
                <a:solidFill>
                  <a:schemeClr val="tx1"/>
                </a:solidFill>
                <a:latin typeface="Roboto" panose="02000000000000000000" pitchFamily="2" charset="0"/>
                <a:ea typeface="Roboto" panose="02000000000000000000" pitchFamily="2" charset="0"/>
                <a:cs typeface="Roboto" panose="02000000000000000000" pitchFamily="2" charset="0"/>
              </a:rPr>
              <a:t> : Healthcare</a:t>
            </a:r>
            <a:br>
              <a:rPr lang="en-US" sz="1400" b="0" i="0" dirty="0">
                <a:solidFill>
                  <a:schemeClr val="tx1"/>
                </a:solidFill>
                <a:effectLst/>
                <a:latin typeface="Roboto" panose="02000000000000000000" pitchFamily="2" charset="0"/>
                <a:ea typeface="Roboto" panose="02000000000000000000" pitchFamily="2" charset="0"/>
                <a:cs typeface="Roboto" panose="02000000000000000000" pitchFamily="2" charset="0"/>
              </a:rPr>
            </a:br>
            <a:r>
              <a:rPr lang="en-US" sz="1400" i="0" dirty="0">
                <a:solidFill>
                  <a:schemeClr val="tx1"/>
                </a:solidFill>
                <a:effectLst/>
                <a:latin typeface="Roboto" panose="02000000000000000000" pitchFamily="2" charset="0"/>
                <a:ea typeface="Roboto" panose="02000000000000000000" pitchFamily="2" charset="0"/>
                <a:cs typeface="Roboto" panose="02000000000000000000" pitchFamily="2" charset="0"/>
              </a:rPr>
              <a:t>Course Name </a:t>
            </a:r>
            <a:r>
              <a:rPr lang="en-US" sz="1400" b="0" i="0" dirty="0">
                <a:solidFill>
                  <a:schemeClr val="tx1"/>
                </a:solidFill>
                <a:effectLst/>
                <a:latin typeface="Roboto" panose="02000000000000000000" pitchFamily="2" charset="0"/>
                <a:ea typeface="Roboto" panose="02000000000000000000" pitchFamily="2" charset="0"/>
                <a:cs typeface="Roboto" panose="02000000000000000000" pitchFamily="2" charset="0"/>
              </a:rPr>
              <a:t>: </a:t>
            </a:r>
            <a:r>
              <a:rPr lang="en-US" sz="1400" b="0" dirty="0">
                <a:solidFill>
                  <a:schemeClr val="tx1"/>
                </a:solidFill>
                <a:latin typeface="Roboto" panose="02000000000000000000" pitchFamily="2" charset="0"/>
                <a:ea typeface="Roboto" panose="02000000000000000000" pitchFamily="2" charset="0"/>
                <a:cs typeface="Roboto" panose="02000000000000000000" pitchFamily="2" charset="0"/>
              </a:rPr>
              <a:t>QM640 – Capstone project</a:t>
            </a:r>
            <a:br>
              <a:rPr lang="en-US" sz="1400" b="0" dirty="0">
                <a:solidFill>
                  <a:schemeClr val="tx1"/>
                </a:solidFill>
                <a:latin typeface="Roboto" panose="02000000000000000000" pitchFamily="2" charset="0"/>
                <a:ea typeface="Roboto" panose="02000000000000000000" pitchFamily="2" charset="0"/>
                <a:cs typeface="Roboto" panose="02000000000000000000" pitchFamily="2" charset="0"/>
              </a:rPr>
            </a:b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Student Name </a:t>
            </a:r>
            <a:r>
              <a:rPr lang="en-US" sz="1400" b="0" dirty="0">
                <a:solidFill>
                  <a:schemeClr val="tx1"/>
                </a:solidFill>
                <a:latin typeface="Roboto" panose="02000000000000000000" pitchFamily="2" charset="0"/>
                <a:ea typeface="Roboto" panose="02000000000000000000" pitchFamily="2" charset="0"/>
                <a:cs typeface="Roboto" panose="02000000000000000000" pitchFamily="2" charset="0"/>
              </a:rPr>
              <a:t>: Ajit Ashok Shenvi </a:t>
            </a:r>
            <a:br>
              <a:rPr lang="en-US" sz="1400" b="0" dirty="0">
                <a:solidFill>
                  <a:schemeClr val="tx1"/>
                </a:solidFill>
                <a:latin typeface="Roboto" panose="02000000000000000000" pitchFamily="2" charset="0"/>
                <a:ea typeface="Roboto" panose="02000000000000000000" pitchFamily="2" charset="0"/>
                <a:cs typeface="Roboto" panose="02000000000000000000" pitchFamily="2" charset="0"/>
              </a:rPr>
            </a:b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Mentor Name</a:t>
            </a:r>
            <a:r>
              <a:rPr lang="en-US" sz="1400" b="0" dirty="0">
                <a:solidFill>
                  <a:schemeClr val="tx1"/>
                </a:solidFill>
                <a:latin typeface="Roboto" panose="02000000000000000000" pitchFamily="2" charset="0"/>
                <a:ea typeface="Roboto" panose="02000000000000000000" pitchFamily="2" charset="0"/>
                <a:cs typeface="Roboto" panose="02000000000000000000" pitchFamily="2" charset="0"/>
              </a:rPr>
              <a:t>: Rishabh Pandey</a:t>
            </a:r>
            <a:endParaRPr sz="1400" b="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07" name="Google Shape;107;p23"/>
          <p:cNvSpPr txBox="1">
            <a:spLocks noGrp="1"/>
          </p:cNvSpPr>
          <p:nvPr>
            <p:ph type="ctrTitle"/>
          </p:nvPr>
        </p:nvSpPr>
        <p:spPr>
          <a:xfrm>
            <a:off x="1189145" y="4027825"/>
            <a:ext cx="6827700" cy="498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800"/>
              <a:buNone/>
            </a:pPr>
            <a:r>
              <a:rPr lang="en" sz="1600" b="0" dirty="0"/>
              <a:t>Date : 05-Apr-2026  </a:t>
            </a:r>
            <a:endParaRPr sz="1600" b="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C4558106-7378-204B-5EC1-0E5D324E70EF}"/>
            </a:ext>
          </a:extLst>
        </p:cNvPr>
        <p:cNvGrpSpPr/>
        <p:nvPr/>
      </p:nvGrpSpPr>
      <p:grpSpPr>
        <a:xfrm>
          <a:off x="0" y="0"/>
          <a:ext cx="0" cy="0"/>
          <a:chOff x="0" y="0"/>
          <a:chExt cx="0" cy="0"/>
        </a:xfrm>
      </p:grpSpPr>
      <p:sp>
        <p:nvSpPr>
          <p:cNvPr id="118" name="Google Shape;118;p25">
            <a:extLst>
              <a:ext uri="{FF2B5EF4-FFF2-40B4-BE49-F238E27FC236}">
                <a16:creationId xmlns:a16="http://schemas.microsoft.com/office/drawing/2014/main" id="{B62E78FD-0D2C-0FE1-C79D-AAA1DC47D63C}"/>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800" dirty="0">
                <a:solidFill>
                  <a:srgbClr val="000000"/>
                </a:solidFill>
                <a:latin typeface="Calibri" panose="020F0502020204030204" pitchFamily="34" charset="0"/>
                <a:ea typeface="Calibri" panose="020F0502020204030204" pitchFamily="34" charset="0"/>
                <a:cs typeface="Calibri" panose="020F0502020204030204" pitchFamily="34" charset="0"/>
              </a:rPr>
              <a:t>Executive Summary: Project</a:t>
            </a:r>
            <a:endParaRPr sz="2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21" name="TextBox 20">
            <a:extLst>
              <a:ext uri="{FF2B5EF4-FFF2-40B4-BE49-F238E27FC236}">
                <a16:creationId xmlns:a16="http://schemas.microsoft.com/office/drawing/2014/main" id="{6C4646F7-853E-8A77-D73C-AFAA685E1B05}"/>
              </a:ext>
            </a:extLst>
          </p:cNvPr>
          <p:cNvSpPr txBox="1"/>
          <p:nvPr/>
        </p:nvSpPr>
        <p:spPr>
          <a:xfrm>
            <a:off x="1478488" y="1754777"/>
            <a:ext cx="7554208" cy="461665"/>
          </a:xfrm>
          <a:prstGeom prst="rect">
            <a:avLst/>
          </a:prstGeom>
          <a:noFill/>
        </p:spPr>
        <p:txBody>
          <a:bodyPr wrap="square">
            <a:spAutoFit/>
          </a:bodyPr>
          <a:lstStyle/>
          <a:p>
            <a:endParaRPr lang="en-IN" sz="2400" i="1" dirty="0">
              <a:solidFill>
                <a:schemeClr val="tx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2" name="Rectangle 1">
            <a:extLst>
              <a:ext uri="{FF2B5EF4-FFF2-40B4-BE49-F238E27FC236}">
                <a16:creationId xmlns:a16="http://schemas.microsoft.com/office/drawing/2014/main" id="{1AA55583-5454-85BD-0BB1-55A3B49C10CA}"/>
              </a:ext>
            </a:extLst>
          </p:cNvPr>
          <p:cNvSpPr>
            <a:spLocks noChangeArrowheads="1"/>
          </p:cNvSpPr>
          <p:nvPr/>
        </p:nvSpPr>
        <p:spPr bwMode="auto">
          <a:xfrm>
            <a:off x="371654" y="1916665"/>
            <a:ext cx="8497546" cy="2924327"/>
          </a:xfrm>
          <a:prstGeom prst="rect">
            <a:avLst/>
          </a:prstGeom>
          <a:noFill/>
          <a:ln w="9525">
            <a:solidFill>
              <a:srgbClr val="C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1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AI-driven predictive models are increasingly used in healthcare to improve outcomes, reduce costs, and support decision-making, particularly in identifying patients at risk of hospital readmission. </a:t>
            </a:r>
          </a:p>
          <a:p>
            <a:pPr marL="171450" indent="-171450" eaLnBrk="0" fontAlgn="base" hangingPunct="0">
              <a:lnSpc>
                <a:spcPct val="110000"/>
              </a:lnSpc>
              <a:spcBef>
                <a:spcPct val="0"/>
              </a:spcBef>
              <a:spcAft>
                <a:spcPct val="0"/>
              </a:spcAft>
              <a:buClrTx/>
              <a:buFont typeface="Arial" panose="020B0604020202020204" pitchFamily="34" charset="0"/>
              <a:buChar char="•"/>
            </a:pPr>
            <a:r>
              <a:rPr lang="en-US" altLang="en-US" dirty="0">
                <a:solidFill>
                  <a:schemeClr val="tx1"/>
                </a:solidFill>
                <a:latin typeface="Calibri" panose="020F0502020204030204" pitchFamily="34" charset="0"/>
                <a:ea typeface="Calibri" panose="020F0502020204030204" pitchFamily="34" charset="0"/>
                <a:cs typeface="Calibri" panose="020F0502020204030204" pitchFamily="34" charset="0"/>
              </a:rPr>
              <a:t>Despite their benefits, predictive models may exhibit bias across demographic groups such as gender, age, and race. </a:t>
            </a:r>
          </a:p>
          <a:p>
            <a:pPr marL="171450" marR="0" lvl="0" indent="-171450" algn="l" defTabSz="914400" rtl="0" eaLnBrk="0" fontAlgn="base" latinLnBrk="0" hangingPunct="0">
              <a:lnSpc>
                <a:spcPct val="11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Such bias can lead to unequal identification of high-risk patients, resulting in inequitable care and operational inefficiencies. </a:t>
            </a:r>
          </a:p>
          <a:p>
            <a:pPr marL="171450" lvl="0" indent="-171450" eaLnBrk="0" fontAlgn="base" hangingPunct="0">
              <a:lnSpc>
                <a:spcPct val="110000"/>
              </a:lnSpc>
              <a:spcBef>
                <a:spcPct val="0"/>
              </a:spcBef>
              <a:spcAft>
                <a:spcPct val="0"/>
              </a:spcAft>
              <a:buClrTx/>
              <a:buFont typeface="Arial" panose="020B0604020202020204" pitchFamily="34" charset="0"/>
              <a:buChar char="•"/>
            </a:pPr>
            <a:r>
              <a:rPr lang="en-US" altLang="en-US" dirty="0">
                <a:solidFill>
                  <a:schemeClr val="tx1"/>
                </a:solidFill>
                <a:latin typeface="Calibri" panose="020F0502020204030204" pitchFamily="34" charset="0"/>
                <a:ea typeface="Calibri" panose="020F0502020204030204" pitchFamily="34" charset="0"/>
                <a:cs typeface="Calibri" panose="020F0502020204030204" pitchFamily="34" charset="0"/>
              </a:rPr>
              <a:t>Readmissions among diabetic patients remain a critical concern due to their impact on healthcare costs and quality metrics. </a:t>
            </a:r>
          </a:p>
          <a:p>
            <a:pPr marL="171450" marR="0" lvl="0" indent="-171450" algn="l" defTabSz="914400" rtl="0" eaLnBrk="0" fontAlgn="base" latinLnBrk="0" hangingPunct="0">
              <a:lnSpc>
                <a:spcPct val="11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This study evaluates demographic disparities in model performance, with a focus on false negative rates in readmission prediction. </a:t>
            </a:r>
          </a:p>
          <a:p>
            <a:pPr marL="171450" marR="0" lvl="0" indent="-171450" algn="l" defTabSz="914400" rtl="0" eaLnBrk="0" fontAlgn="base" latinLnBrk="0" hangingPunct="0">
              <a:lnSpc>
                <a:spcPct val="11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It also assesses whether bias mitigation techniques can reduce disparities without compromising overall model performance. </a:t>
            </a:r>
          </a:p>
        </p:txBody>
      </p:sp>
      <p:sp>
        <p:nvSpPr>
          <p:cNvPr id="4" name="Rectangle 3">
            <a:extLst>
              <a:ext uri="{FF2B5EF4-FFF2-40B4-BE49-F238E27FC236}">
                <a16:creationId xmlns:a16="http://schemas.microsoft.com/office/drawing/2014/main" id="{2028DE92-3044-24E2-4AC4-22B3F64E3BF5}"/>
              </a:ext>
            </a:extLst>
          </p:cNvPr>
          <p:cNvSpPr/>
          <p:nvPr/>
        </p:nvSpPr>
        <p:spPr>
          <a:xfrm>
            <a:off x="371654" y="1030825"/>
            <a:ext cx="8497546" cy="716994"/>
          </a:xfrm>
          <a:prstGeom prst="rect">
            <a:avLst/>
          </a:prstGeom>
          <a:ln w="12700">
            <a:solidFill>
              <a:srgbClr val="0000FF"/>
            </a:solidFill>
          </a:ln>
        </p:spPr>
        <p:style>
          <a:lnRef idx="2">
            <a:schemeClr val="dk1"/>
          </a:lnRef>
          <a:fillRef idx="1">
            <a:schemeClr val="lt1"/>
          </a:fillRef>
          <a:effectRef idx="0">
            <a:schemeClr val="dk1"/>
          </a:effectRef>
          <a:fontRef idx="minor">
            <a:schemeClr val="dk1"/>
          </a:fontRef>
        </p:style>
        <p:txBody>
          <a:bodyPr rtlCol="0" anchor="ctr"/>
          <a:lstStyle/>
          <a:p>
            <a:pPr algn="ctr"/>
            <a:r>
              <a:rPr lang="en-IN" sz="2000" i="1" dirty="0">
                <a:solidFill>
                  <a:schemeClr val="tx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Evaluating Bias in Readmission Prediction Models: </a:t>
            </a:r>
          </a:p>
          <a:p>
            <a:pPr algn="ctr"/>
            <a:r>
              <a:rPr lang="en-IN" sz="2000" i="1" dirty="0">
                <a:solidFill>
                  <a:schemeClr val="tx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Demographic Disparities in Diabetic Patient Outcomes</a:t>
            </a:r>
          </a:p>
        </p:txBody>
      </p:sp>
    </p:spTree>
    <p:extLst>
      <p:ext uri="{BB962C8B-B14F-4D97-AF65-F5344CB8AC3E}">
        <p14:creationId xmlns:p14="http://schemas.microsoft.com/office/powerpoint/2010/main" val="41515630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EED36AAD-8D10-7DA5-B219-FEF12D39F3E1}"/>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A7295827-E3A6-8DAF-91D5-7C5D12190A5F}"/>
              </a:ext>
            </a:extLst>
          </p:cNvPr>
          <p:cNvSpPr>
            <a:spLocks noGrp="1"/>
          </p:cNvSpPr>
          <p:nvPr>
            <p:ph type="title"/>
          </p:nvPr>
        </p:nvSpPr>
        <p:spPr/>
        <p:txBody>
          <a:bodyPr/>
          <a:lstStyle/>
          <a:p>
            <a:r>
              <a:rPr lang="en-IN" sz="2800" dirty="0">
                <a:latin typeface="Calibri" panose="020F0502020204030204" pitchFamily="34" charset="0"/>
                <a:ea typeface="Calibri" panose="020F0502020204030204" pitchFamily="34" charset="0"/>
                <a:cs typeface="Calibri" panose="020F0502020204030204" pitchFamily="34" charset="0"/>
              </a:rPr>
              <a:t>Research Questions</a:t>
            </a:r>
          </a:p>
        </p:txBody>
      </p:sp>
      <p:sp>
        <p:nvSpPr>
          <p:cNvPr id="18" name="TextBox 17">
            <a:extLst>
              <a:ext uri="{FF2B5EF4-FFF2-40B4-BE49-F238E27FC236}">
                <a16:creationId xmlns:a16="http://schemas.microsoft.com/office/drawing/2014/main" id="{F6914803-4932-539D-66C1-EDE4CEA5023B}"/>
              </a:ext>
            </a:extLst>
          </p:cNvPr>
          <p:cNvSpPr txBox="1"/>
          <p:nvPr/>
        </p:nvSpPr>
        <p:spPr>
          <a:xfrm>
            <a:off x="357963" y="1840178"/>
            <a:ext cx="8520600" cy="2912016"/>
          </a:xfrm>
          <a:prstGeom prst="rect">
            <a:avLst/>
          </a:prstGeom>
          <a:noFill/>
          <a:ln>
            <a:solidFill>
              <a:srgbClr val="FF0000"/>
            </a:solidFill>
          </a:ln>
        </p:spPr>
        <p:txBody>
          <a:bodyPr wrap="square">
            <a:spAutoFit/>
          </a:bodyPr>
          <a:lstStyle/>
          <a:p>
            <a:pPr>
              <a:lnSpc>
                <a:spcPct val="110000"/>
              </a:lnSpc>
              <a:buNone/>
            </a:pPr>
            <a:r>
              <a:rPr lang="en-IN" b="1" dirty="0">
                <a:effectLst/>
                <a:latin typeface="Calibri" panose="020F0502020204030204" pitchFamily="34" charset="0"/>
                <a:ea typeface="Calibri" panose="020F0502020204030204" pitchFamily="34" charset="0"/>
                <a:cs typeface="Calibri" panose="020F0502020204030204" pitchFamily="34" charset="0"/>
              </a:rPr>
              <a:t>Research Question 1 (RQ1): Performance Equity Across Demographic Groups</a:t>
            </a:r>
            <a:endParaRPr lang="en-IN" dirty="0">
              <a:effectLst/>
              <a:latin typeface="Calibri" panose="020F0502020204030204" pitchFamily="34" charset="0"/>
              <a:ea typeface="Calibri" panose="020F0502020204030204" pitchFamily="34" charset="0"/>
              <a:cs typeface="Calibri" panose="020F0502020204030204" pitchFamily="34" charset="0"/>
            </a:endParaRPr>
          </a:p>
          <a:p>
            <a:pPr algn="just">
              <a:lnSpc>
                <a:spcPct val="110000"/>
              </a:lnSpc>
              <a:buNone/>
            </a:pPr>
            <a:r>
              <a:rPr lang="en-IN" i="1" dirty="0">
                <a:solidFill>
                  <a:srgbClr val="0000FF"/>
                </a:solidFill>
                <a:effectLst/>
                <a:latin typeface="Calibri" panose="020F0502020204030204" pitchFamily="34" charset="0"/>
                <a:ea typeface="Calibri" panose="020F0502020204030204" pitchFamily="34" charset="0"/>
                <a:cs typeface="Calibri" panose="020F0502020204030204" pitchFamily="34" charset="0"/>
              </a:rPr>
              <a:t>Does the predictive model demonstrate consistent classification performance across demographic groups such as gender, age, and race?</a:t>
            </a:r>
          </a:p>
          <a:p>
            <a:pPr>
              <a:lnSpc>
                <a:spcPct val="110000"/>
              </a:lnSpc>
              <a:spcBef>
                <a:spcPts val="1200"/>
              </a:spcBef>
            </a:pPr>
            <a:r>
              <a:rPr lang="en-IN" b="1" dirty="0">
                <a:latin typeface="Calibri" panose="020F0502020204030204" pitchFamily="34" charset="0"/>
                <a:ea typeface="Calibri" panose="020F0502020204030204" pitchFamily="34" charset="0"/>
                <a:cs typeface="Calibri" panose="020F0502020204030204" pitchFamily="34" charset="0"/>
              </a:rPr>
              <a:t>Research Question 2 (RQ2): Critical Error Disparities</a:t>
            </a:r>
            <a:endParaRPr lang="en-IN" dirty="0">
              <a:latin typeface="Calibri" panose="020F0502020204030204" pitchFamily="34" charset="0"/>
              <a:ea typeface="Calibri" panose="020F0502020204030204" pitchFamily="34" charset="0"/>
              <a:cs typeface="Calibri" panose="020F0502020204030204" pitchFamily="34" charset="0"/>
            </a:endParaRPr>
          </a:p>
          <a:p>
            <a:pPr>
              <a:lnSpc>
                <a:spcPct val="110000"/>
              </a:lnSpc>
            </a:pPr>
            <a:r>
              <a:rPr lang="en-IN" i="1" dirty="0">
                <a:solidFill>
                  <a:srgbClr val="0000FF"/>
                </a:solidFill>
                <a:latin typeface="Calibri" panose="020F0502020204030204" pitchFamily="34" charset="0"/>
                <a:ea typeface="Calibri" panose="020F0502020204030204" pitchFamily="34" charset="0"/>
                <a:cs typeface="Calibri" panose="020F0502020204030204" pitchFamily="34" charset="0"/>
              </a:rPr>
              <a:t>Are certain demographic groups more likely to be misclassified as low risk despite being high-risk patients?</a:t>
            </a:r>
          </a:p>
          <a:p>
            <a:pPr>
              <a:lnSpc>
                <a:spcPct val="110000"/>
              </a:lnSpc>
              <a:spcBef>
                <a:spcPts val="1200"/>
              </a:spcBef>
            </a:pPr>
            <a:r>
              <a:rPr lang="en-IN" b="1" dirty="0">
                <a:latin typeface="Calibri" panose="020F0502020204030204" pitchFamily="34" charset="0"/>
                <a:ea typeface="Calibri" panose="020F0502020204030204" pitchFamily="34" charset="0"/>
                <a:cs typeface="Calibri" panose="020F0502020204030204" pitchFamily="34" charset="0"/>
              </a:rPr>
              <a:t>Research Question 3 (RQ3): Impact of Dataset Imbalance</a:t>
            </a:r>
            <a:endParaRPr lang="en-IN" dirty="0">
              <a:latin typeface="Calibri" panose="020F0502020204030204" pitchFamily="34" charset="0"/>
              <a:ea typeface="Calibri" panose="020F0502020204030204" pitchFamily="34" charset="0"/>
              <a:cs typeface="Calibri" panose="020F0502020204030204" pitchFamily="34" charset="0"/>
            </a:endParaRPr>
          </a:p>
          <a:p>
            <a:pPr>
              <a:lnSpc>
                <a:spcPct val="110000"/>
              </a:lnSpc>
            </a:pPr>
            <a:r>
              <a:rPr lang="en-IN" i="1" dirty="0">
                <a:solidFill>
                  <a:srgbClr val="0000FF"/>
                </a:solidFill>
                <a:latin typeface="Calibri" panose="020F0502020204030204" pitchFamily="34" charset="0"/>
                <a:ea typeface="Calibri" panose="020F0502020204030204" pitchFamily="34" charset="0"/>
                <a:cs typeface="Calibri" panose="020F0502020204030204" pitchFamily="34" charset="0"/>
              </a:rPr>
              <a:t>Is model bias across demographic groups influenced by imbalance in the underlying dataset?</a:t>
            </a:r>
          </a:p>
          <a:p>
            <a:pPr>
              <a:lnSpc>
                <a:spcPct val="110000"/>
              </a:lnSpc>
              <a:spcBef>
                <a:spcPts val="1200"/>
              </a:spcBef>
            </a:pPr>
            <a:r>
              <a:rPr lang="en-IN" b="1" dirty="0">
                <a:latin typeface="Calibri" panose="020F0502020204030204" pitchFamily="34" charset="0"/>
                <a:ea typeface="Calibri" panose="020F0502020204030204" pitchFamily="34" charset="0"/>
                <a:cs typeface="Calibri" panose="020F0502020204030204" pitchFamily="34" charset="0"/>
              </a:rPr>
              <a:t>Research Question 4 (RQ4): Effectiveness of Bias Mitigation</a:t>
            </a:r>
            <a:endParaRPr lang="en-IN" dirty="0">
              <a:latin typeface="Calibri" panose="020F0502020204030204" pitchFamily="34" charset="0"/>
              <a:ea typeface="Calibri" panose="020F0502020204030204" pitchFamily="34" charset="0"/>
              <a:cs typeface="Calibri" panose="020F0502020204030204" pitchFamily="34" charset="0"/>
            </a:endParaRPr>
          </a:p>
          <a:p>
            <a:pPr>
              <a:lnSpc>
                <a:spcPct val="110000"/>
              </a:lnSpc>
            </a:pPr>
            <a:r>
              <a:rPr lang="en-IN" i="1" dirty="0">
                <a:solidFill>
                  <a:srgbClr val="0000FF"/>
                </a:solidFill>
                <a:latin typeface="Calibri" panose="020F0502020204030204" pitchFamily="34" charset="0"/>
                <a:ea typeface="Calibri" panose="020F0502020204030204" pitchFamily="34" charset="0"/>
                <a:cs typeface="Calibri" panose="020F0502020204030204" pitchFamily="34" charset="0"/>
              </a:rPr>
              <a:t>Can bias in predictive outcomes be reduced through mitigation techniques without significantly degrading overall predictive performance?</a:t>
            </a:r>
            <a:endParaRPr lang="en-IN" dirty="0">
              <a:solidFill>
                <a:srgbClr val="0000FF"/>
              </a:solidFill>
              <a:latin typeface="Calibri" panose="020F0502020204030204" pitchFamily="34" charset="0"/>
              <a:ea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71F30550-5B56-8F37-B0E7-58F7E3FE8EB2}"/>
              </a:ext>
            </a:extLst>
          </p:cNvPr>
          <p:cNvSpPr txBox="1"/>
          <p:nvPr/>
        </p:nvSpPr>
        <p:spPr>
          <a:xfrm>
            <a:off x="357963" y="935684"/>
            <a:ext cx="8520600" cy="830997"/>
          </a:xfrm>
          <a:prstGeom prst="rect">
            <a:avLst/>
          </a:prstGeom>
          <a:noFill/>
          <a:ln>
            <a:solidFill>
              <a:srgbClr val="00B050"/>
            </a:solidFill>
          </a:ln>
        </p:spPr>
        <p:txBody>
          <a:bodyPr wrap="square">
            <a:spAutoFit/>
          </a:bodyPr>
          <a:lstStyle/>
          <a:p>
            <a:r>
              <a:rPr lang="en-IN" sz="1600" dirty="0">
                <a:effectLst/>
                <a:latin typeface="Calibri" panose="020F0502020204030204" pitchFamily="34" charset="0"/>
                <a:ea typeface="Calibri" panose="020F0502020204030204" pitchFamily="34" charset="0"/>
                <a:cs typeface="Calibri" panose="020F0502020204030204" pitchFamily="34" charset="0"/>
              </a:rPr>
              <a:t>The overall objective of this study is to evaluate whether predictive models for hospital readmission among diabetic patients exhibit bias across demographic groups and to assess the implications of such bias on healthcare decision-making and operational outcomes</a:t>
            </a:r>
            <a:endParaRPr lang="en-IN" sz="1600" dirty="0"/>
          </a:p>
        </p:txBody>
      </p:sp>
    </p:spTree>
    <p:extLst>
      <p:ext uri="{BB962C8B-B14F-4D97-AF65-F5344CB8AC3E}">
        <p14:creationId xmlns:p14="http://schemas.microsoft.com/office/powerpoint/2010/main" val="20731520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D4C03803-5E22-98DD-8C41-A71BEE7BDCF6}"/>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BA368B54-502C-01C8-751F-5A9B9104FE1B}"/>
              </a:ext>
            </a:extLst>
          </p:cNvPr>
          <p:cNvSpPr>
            <a:spLocks noGrp="1"/>
          </p:cNvSpPr>
          <p:nvPr>
            <p:ph type="title"/>
          </p:nvPr>
        </p:nvSpPr>
        <p:spPr/>
        <p:txBody>
          <a:bodyPr/>
          <a:lstStyle/>
          <a:p>
            <a:r>
              <a:rPr lang="en-IN" sz="2800" dirty="0">
                <a:latin typeface="Calibri" panose="020F0502020204030204" pitchFamily="34" charset="0"/>
                <a:ea typeface="Calibri" panose="020F0502020204030204" pitchFamily="34" charset="0"/>
                <a:cs typeface="Calibri" panose="020F0502020204030204" pitchFamily="34" charset="0"/>
              </a:rPr>
              <a:t>Data</a:t>
            </a:r>
          </a:p>
        </p:txBody>
      </p:sp>
      <p:sp>
        <p:nvSpPr>
          <p:cNvPr id="4" name="TextBox 3">
            <a:extLst>
              <a:ext uri="{FF2B5EF4-FFF2-40B4-BE49-F238E27FC236}">
                <a16:creationId xmlns:a16="http://schemas.microsoft.com/office/drawing/2014/main" id="{D041A9B2-3A21-8566-BADB-16264F93A692}"/>
              </a:ext>
            </a:extLst>
          </p:cNvPr>
          <p:cNvSpPr txBox="1"/>
          <p:nvPr/>
        </p:nvSpPr>
        <p:spPr>
          <a:xfrm>
            <a:off x="38986" y="748565"/>
            <a:ext cx="8722242" cy="554447"/>
          </a:xfrm>
          <a:prstGeom prst="rect">
            <a:avLst/>
          </a:prstGeom>
          <a:noFill/>
        </p:spPr>
        <p:txBody>
          <a:bodyPr wrap="square">
            <a:spAutoFit/>
          </a:bodyPr>
          <a:lstStyle/>
          <a:p>
            <a:pPr marL="457200" algn="ctr">
              <a:lnSpc>
                <a:spcPct val="110000"/>
              </a:lnSpc>
              <a:buNone/>
            </a:pPr>
            <a:r>
              <a:rPr lang="en-IN" dirty="0">
                <a:effectLst/>
                <a:latin typeface="Calibri" panose="020F0502020204030204" pitchFamily="34" charset="0"/>
                <a:ea typeface="Calibri" panose="020F0502020204030204" pitchFamily="34" charset="0"/>
                <a:cs typeface="Calibri" panose="020F0502020204030204" pitchFamily="34" charset="0"/>
              </a:rPr>
              <a:t>Source : UCI Machine Learning Repository. </a:t>
            </a:r>
          </a:p>
          <a:p>
            <a:pPr marL="457200" algn="ctr">
              <a:lnSpc>
                <a:spcPct val="110000"/>
              </a:lnSpc>
              <a:buNone/>
            </a:pPr>
            <a:r>
              <a:rPr lang="en-IN" u="sng" dirty="0">
                <a:solidFill>
                  <a:srgbClr val="0000FF"/>
                </a:solidFill>
                <a:effectLst/>
                <a:latin typeface="Calibri" panose="020F0502020204030204" pitchFamily="34" charset="0"/>
                <a:ea typeface="Calibri" panose="020F0502020204030204" pitchFamily="34" charset="0"/>
                <a:cs typeface="Calibri" panose="020F0502020204030204" pitchFamily="34" charset="0"/>
                <a:hlinkClick r:id="rId3"/>
              </a:rPr>
              <a:t>Diabetes 130-US Hospitals for Years 1999-2008 - UCI Machine Learning Repository</a:t>
            </a:r>
            <a:endParaRPr lang="en-IN" dirty="0">
              <a:effectLst/>
              <a:latin typeface="Calibri" panose="020F0502020204030204" pitchFamily="34" charset="0"/>
              <a:ea typeface="Calibri" panose="020F0502020204030204" pitchFamily="34" charset="0"/>
              <a:cs typeface="Calibri" panose="020F0502020204030204" pitchFamily="34" charset="0"/>
            </a:endParaRPr>
          </a:p>
        </p:txBody>
      </p:sp>
      <p:pic>
        <p:nvPicPr>
          <p:cNvPr id="10" name="Picture 9">
            <a:extLst>
              <a:ext uri="{FF2B5EF4-FFF2-40B4-BE49-F238E27FC236}">
                <a16:creationId xmlns:a16="http://schemas.microsoft.com/office/drawing/2014/main" id="{2C4D2ABB-0813-6479-63E8-3A11393BC4A9}"/>
              </a:ext>
            </a:extLst>
          </p:cNvPr>
          <p:cNvPicPr>
            <a:picLocks noChangeAspect="1"/>
          </p:cNvPicPr>
          <p:nvPr/>
        </p:nvPicPr>
        <p:blipFill>
          <a:blip r:embed="rId4"/>
          <a:stretch>
            <a:fillRect/>
          </a:stretch>
        </p:blipFill>
        <p:spPr>
          <a:xfrm>
            <a:off x="987056" y="1321265"/>
            <a:ext cx="6826102" cy="3494547"/>
          </a:xfrm>
          <a:prstGeom prst="rect">
            <a:avLst/>
          </a:prstGeom>
        </p:spPr>
      </p:pic>
    </p:spTree>
    <p:extLst>
      <p:ext uri="{BB962C8B-B14F-4D97-AF65-F5344CB8AC3E}">
        <p14:creationId xmlns:p14="http://schemas.microsoft.com/office/powerpoint/2010/main" val="8194376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524C6C29-C87F-C81C-3157-80C5C9331930}"/>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58F7CC11-0B41-3F5D-7B9A-6819C5656694}"/>
              </a:ext>
            </a:extLst>
          </p:cNvPr>
          <p:cNvSpPr>
            <a:spLocks noGrp="1"/>
          </p:cNvSpPr>
          <p:nvPr>
            <p:ph type="title"/>
          </p:nvPr>
        </p:nvSpPr>
        <p:spPr/>
        <p:txBody>
          <a:bodyPr/>
          <a:lstStyle/>
          <a:p>
            <a:r>
              <a:rPr lang="en-IN" sz="2800" dirty="0">
                <a:latin typeface="Calibri" panose="020F0502020204030204" pitchFamily="34" charset="0"/>
                <a:ea typeface="Calibri" panose="020F0502020204030204" pitchFamily="34" charset="0"/>
                <a:cs typeface="Calibri" panose="020F0502020204030204" pitchFamily="34" charset="0"/>
              </a:rPr>
              <a:t>Data dictionary</a:t>
            </a:r>
          </a:p>
        </p:txBody>
      </p:sp>
      <p:graphicFrame>
        <p:nvGraphicFramePr>
          <p:cNvPr id="2" name="Table 1">
            <a:extLst>
              <a:ext uri="{FF2B5EF4-FFF2-40B4-BE49-F238E27FC236}">
                <a16:creationId xmlns:a16="http://schemas.microsoft.com/office/drawing/2014/main" id="{BE0FD090-F7AB-132A-EAB9-1561E9947D71}"/>
              </a:ext>
            </a:extLst>
          </p:cNvPr>
          <p:cNvGraphicFramePr>
            <a:graphicFrameLocks noGrp="1"/>
          </p:cNvGraphicFramePr>
          <p:nvPr>
            <p:extLst>
              <p:ext uri="{D42A27DB-BD31-4B8C-83A1-F6EECF244321}">
                <p14:modId xmlns:p14="http://schemas.microsoft.com/office/powerpoint/2010/main" val="1593423310"/>
              </p:ext>
            </p:extLst>
          </p:nvPr>
        </p:nvGraphicFramePr>
        <p:xfrm>
          <a:off x="389860" y="1112874"/>
          <a:ext cx="8456430" cy="2898077"/>
        </p:xfrm>
        <a:graphic>
          <a:graphicData uri="http://schemas.openxmlformats.org/drawingml/2006/table">
            <a:tbl>
              <a:tblPr firstRow="1" bandRow="1">
                <a:tableStyleId>{7E9639D4-E3E2-4D34-9284-5A2195B3D0D7}</a:tableStyleId>
              </a:tblPr>
              <a:tblGrid>
                <a:gridCol w="1409405">
                  <a:extLst>
                    <a:ext uri="{9D8B030D-6E8A-4147-A177-3AD203B41FA5}">
                      <a16:colId xmlns:a16="http://schemas.microsoft.com/office/drawing/2014/main" val="3282628948"/>
                    </a:ext>
                  </a:extLst>
                </a:gridCol>
                <a:gridCol w="1409405">
                  <a:extLst>
                    <a:ext uri="{9D8B030D-6E8A-4147-A177-3AD203B41FA5}">
                      <a16:colId xmlns:a16="http://schemas.microsoft.com/office/drawing/2014/main" val="2821593535"/>
                    </a:ext>
                  </a:extLst>
                </a:gridCol>
                <a:gridCol w="1409405">
                  <a:extLst>
                    <a:ext uri="{9D8B030D-6E8A-4147-A177-3AD203B41FA5}">
                      <a16:colId xmlns:a16="http://schemas.microsoft.com/office/drawing/2014/main" val="1951415731"/>
                    </a:ext>
                  </a:extLst>
                </a:gridCol>
                <a:gridCol w="1409405">
                  <a:extLst>
                    <a:ext uri="{9D8B030D-6E8A-4147-A177-3AD203B41FA5}">
                      <a16:colId xmlns:a16="http://schemas.microsoft.com/office/drawing/2014/main" val="871112627"/>
                    </a:ext>
                  </a:extLst>
                </a:gridCol>
                <a:gridCol w="1409405">
                  <a:extLst>
                    <a:ext uri="{9D8B030D-6E8A-4147-A177-3AD203B41FA5}">
                      <a16:colId xmlns:a16="http://schemas.microsoft.com/office/drawing/2014/main" val="480011750"/>
                    </a:ext>
                  </a:extLst>
                </a:gridCol>
                <a:gridCol w="1409405">
                  <a:extLst>
                    <a:ext uri="{9D8B030D-6E8A-4147-A177-3AD203B41FA5}">
                      <a16:colId xmlns:a16="http://schemas.microsoft.com/office/drawing/2014/main" val="3501586798"/>
                    </a:ext>
                  </a:extLst>
                </a:gridCol>
              </a:tblGrid>
              <a:tr h="53439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200" b="1" u="none" strike="noStrike" cap="none" dirty="0">
                          <a:solidFill>
                            <a:schemeClr val="bg1"/>
                          </a:solidFill>
                          <a:effectLst/>
                          <a:sym typeface="Arial"/>
                        </a:rPr>
                        <a:t>Demographic Information</a:t>
                      </a:r>
                      <a:endParaRPr lang="en-IN" sz="1200" b="1" i="0" u="none" strike="noStrike" cap="none" dirty="0">
                        <a:solidFill>
                          <a:schemeClr val="bg1"/>
                        </a:solidFill>
                        <a:effectLst/>
                        <a:latin typeface="Calibri" panose="020F0502020204030204" pitchFamily="34" charset="0"/>
                        <a:ea typeface="Calibri" panose="020F0502020204030204" pitchFamily="34" charset="0"/>
                        <a:cs typeface="Calibri" panose="020F0502020204030204" pitchFamily="34" charset="0"/>
                        <a:sym typeface="Arial"/>
                      </a:endParaRP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200" b="1" u="none" strike="noStrike" cap="none" dirty="0">
                          <a:solidFill>
                            <a:schemeClr val="bg1"/>
                          </a:solidFill>
                          <a:effectLst/>
                          <a:sym typeface="Arial"/>
                        </a:rPr>
                        <a:t>Encounter Information</a:t>
                      </a:r>
                      <a:endParaRPr lang="en-IN" sz="1200" b="1" i="0" u="none" strike="noStrike" cap="none" dirty="0">
                        <a:solidFill>
                          <a:schemeClr val="bg1"/>
                        </a:solidFill>
                        <a:effectLst/>
                        <a:latin typeface="Calibri" panose="020F0502020204030204" pitchFamily="34" charset="0"/>
                        <a:ea typeface="Calibri" panose="020F0502020204030204" pitchFamily="34" charset="0"/>
                        <a:cs typeface="Calibri" panose="020F0502020204030204" pitchFamily="34" charset="0"/>
                        <a:sym typeface="Arial"/>
                      </a:endParaRP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200" b="1" u="none" strike="noStrike" cap="none" dirty="0">
                          <a:solidFill>
                            <a:schemeClr val="bg1"/>
                          </a:solidFill>
                          <a:effectLst/>
                          <a:sym typeface="Arial"/>
                        </a:rPr>
                        <a:t>Clinical and Utilization Features</a:t>
                      </a:r>
                      <a:endParaRPr lang="en-IN" sz="1200" b="1" i="0" u="none" strike="noStrike" cap="none" dirty="0">
                        <a:solidFill>
                          <a:schemeClr val="bg1"/>
                        </a:solidFill>
                        <a:effectLst/>
                        <a:latin typeface="Calibri" panose="020F0502020204030204" pitchFamily="34" charset="0"/>
                        <a:ea typeface="Calibri" panose="020F0502020204030204" pitchFamily="34" charset="0"/>
                        <a:cs typeface="Calibri" panose="020F0502020204030204" pitchFamily="34" charset="0"/>
                        <a:sym typeface="Arial"/>
                      </a:endParaRP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200" b="1" u="none" strike="noStrike" cap="none" dirty="0">
                          <a:solidFill>
                            <a:schemeClr val="bg1"/>
                          </a:solidFill>
                          <a:effectLst/>
                          <a:sym typeface="Arial"/>
                        </a:rPr>
                        <a:t>Prior Healthcare Utilization</a:t>
                      </a:r>
                      <a:endParaRPr lang="en-IN" sz="1200" b="1" i="0" u="none" strike="noStrike" cap="none" dirty="0">
                        <a:solidFill>
                          <a:schemeClr val="bg1"/>
                        </a:solidFill>
                        <a:effectLst/>
                        <a:latin typeface="Calibri" panose="020F0502020204030204" pitchFamily="34" charset="0"/>
                        <a:ea typeface="Calibri" panose="020F0502020204030204" pitchFamily="34" charset="0"/>
                        <a:cs typeface="Calibri" panose="020F0502020204030204" pitchFamily="34" charset="0"/>
                        <a:sym typeface="Arial"/>
                      </a:endParaRP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200" b="1" u="none" strike="noStrike" cap="none" dirty="0">
                          <a:solidFill>
                            <a:schemeClr val="bg1"/>
                          </a:solidFill>
                          <a:effectLst/>
                          <a:sym typeface="Arial"/>
                        </a:rPr>
                        <a:t>Treatment Information</a:t>
                      </a:r>
                      <a:endParaRPr lang="en-IN" sz="1200" b="1" i="0" u="none" strike="noStrike" cap="none" dirty="0">
                        <a:solidFill>
                          <a:schemeClr val="bg1"/>
                        </a:solidFill>
                        <a:effectLst/>
                        <a:latin typeface="Calibri" panose="020F0502020204030204" pitchFamily="34" charset="0"/>
                        <a:ea typeface="Calibri" panose="020F0502020204030204" pitchFamily="34" charset="0"/>
                        <a:cs typeface="Calibri" panose="020F0502020204030204" pitchFamily="34" charset="0"/>
                        <a:sym typeface="Arial"/>
                      </a:endParaRPr>
                    </a:p>
                  </a:txBody>
                  <a:tcPr/>
                </a:tc>
                <a:tc>
                  <a:txBody>
                    <a:bodyPr/>
                    <a:lstStyle/>
                    <a:p>
                      <a:pPr algn="ctr"/>
                      <a:r>
                        <a:rPr lang="en-IN" sz="1200" b="1" u="none" strike="noStrike" cap="none" dirty="0">
                          <a:solidFill>
                            <a:schemeClr val="bg1"/>
                          </a:solidFill>
                          <a:effectLst/>
                          <a:sym typeface="Arial"/>
                        </a:rPr>
                        <a:t>Target Variable</a:t>
                      </a:r>
                      <a:endParaRPr lang="en-IN" sz="12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636133919"/>
                  </a:ext>
                </a:extLst>
              </a:tr>
              <a:tr h="534390">
                <a:tc>
                  <a:txBody>
                    <a:bodyPr/>
                    <a:lstStyle/>
                    <a:p>
                      <a:pPr marL="171450" lvl="0" indent="-171450">
                        <a:lnSpc>
                          <a:spcPct val="110000"/>
                        </a:lnSpc>
                        <a:buFont typeface="Arial" panose="020B0604020202020204" pitchFamily="34" charset="0"/>
                        <a:buChar char="•"/>
                      </a:pPr>
                      <a:r>
                        <a:rPr lang="en-IN" sz="1100" b="0" u="none" strike="noStrike" cap="none" dirty="0">
                          <a:solidFill>
                            <a:schemeClr val="tx1"/>
                          </a:solidFill>
                          <a:effectLst/>
                          <a:sym typeface="Arial"/>
                        </a:rPr>
                        <a:t>Gender (Male, Female) </a:t>
                      </a:r>
                    </a:p>
                    <a:p>
                      <a:pPr marL="171450" lvl="0" indent="-171450">
                        <a:lnSpc>
                          <a:spcPct val="110000"/>
                        </a:lnSpc>
                        <a:spcBef>
                          <a:spcPts val="600"/>
                        </a:spcBef>
                        <a:buFont typeface="Arial" panose="020B0604020202020204" pitchFamily="34" charset="0"/>
                        <a:buChar char="•"/>
                      </a:pPr>
                      <a:r>
                        <a:rPr lang="en-IN" sz="1100" b="0" u="none" strike="noStrike" cap="none" dirty="0">
                          <a:solidFill>
                            <a:schemeClr val="tx1"/>
                          </a:solidFill>
                          <a:effectLst/>
                          <a:sym typeface="Arial"/>
                        </a:rPr>
                        <a:t>Age (grouped into intervals such as 50-60, 60-70, etc.) </a:t>
                      </a:r>
                    </a:p>
                    <a:p>
                      <a:pPr marL="171450" lvl="0" indent="-171450">
                        <a:lnSpc>
                          <a:spcPct val="110000"/>
                        </a:lnSpc>
                        <a:spcBef>
                          <a:spcPts val="600"/>
                        </a:spcBef>
                        <a:buFont typeface="Arial" panose="020B0604020202020204" pitchFamily="34" charset="0"/>
                        <a:buChar char="•"/>
                      </a:pPr>
                      <a:r>
                        <a:rPr lang="en-IN" sz="1100" b="0" u="none" strike="noStrike" cap="none" dirty="0">
                          <a:solidFill>
                            <a:schemeClr val="tx1"/>
                          </a:solidFill>
                          <a:effectLst/>
                          <a:sym typeface="Arial"/>
                        </a:rPr>
                        <a:t>Race (e.g., Caucasian, African American, others) </a:t>
                      </a:r>
                    </a:p>
                  </a:txBody>
                  <a:tcPr/>
                </a:tc>
                <a:tc>
                  <a:txBody>
                    <a:bodyPr/>
                    <a:lstStyle/>
                    <a:p>
                      <a:pPr marL="171450" marR="0" lvl="0" indent="-171450" algn="l" rtl="0">
                        <a:lnSpc>
                          <a:spcPct val="110000"/>
                        </a:lnSpc>
                        <a:spcAft>
                          <a:spcPts val="0"/>
                        </a:spcAft>
                        <a:buClr>
                          <a:srgbClr val="000000"/>
                        </a:buClr>
                        <a:buFont typeface="Arial" panose="020B0604020202020204" pitchFamily="34" charset="0"/>
                        <a:buChar char="•"/>
                      </a:pPr>
                      <a:r>
                        <a:rPr lang="en-IN" sz="1100" b="0" u="none" strike="noStrike" cap="none" dirty="0">
                          <a:solidFill>
                            <a:schemeClr val="tx1"/>
                          </a:solidFill>
                          <a:effectLst/>
                          <a:sym typeface="Arial"/>
                        </a:rPr>
                        <a:t>Admission type </a:t>
                      </a:r>
                    </a:p>
                    <a:p>
                      <a:pPr marL="171450" marR="0" lvl="0" indent="-171450" algn="l" rtl="0">
                        <a:lnSpc>
                          <a:spcPct val="110000"/>
                        </a:lnSpc>
                        <a:spcBef>
                          <a:spcPts val="600"/>
                        </a:spcBef>
                        <a:spcAft>
                          <a:spcPts val="0"/>
                        </a:spcAft>
                        <a:buClr>
                          <a:srgbClr val="000000"/>
                        </a:buClr>
                        <a:buFont typeface="Arial" panose="020B0604020202020204" pitchFamily="34" charset="0"/>
                        <a:buChar char="•"/>
                      </a:pPr>
                      <a:r>
                        <a:rPr lang="en-IN" sz="1100" b="0" u="none" strike="noStrike" cap="none" dirty="0">
                          <a:solidFill>
                            <a:schemeClr val="tx1"/>
                          </a:solidFill>
                          <a:effectLst/>
                          <a:sym typeface="Arial"/>
                        </a:rPr>
                        <a:t>Discharge disposition </a:t>
                      </a:r>
                    </a:p>
                    <a:p>
                      <a:pPr marL="171450" marR="0" lvl="0" indent="-171450" algn="l" rtl="0">
                        <a:lnSpc>
                          <a:spcPct val="110000"/>
                        </a:lnSpc>
                        <a:spcBef>
                          <a:spcPts val="600"/>
                        </a:spcBef>
                        <a:spcAft>
                          <a:spcPts val="0"/>
                        </a:spcAft>
                        <a:buClr>
                          <a:srgbClr val="000000"/>
                        </a:buClr>
                        <a:buFont typeface="Arial" panose="020B0604020202020204" pitchFamily="34" charset="0"/>
                        <a:buChar char="•"/>
                      </a:pPr>
                      <a:r>
                        <a:rPr lang="en-IN" sz="1100" b="0" u="none" strike="noStrike" cap="none" dirty="0">
                          <a:solidFill>
                            <a:schemeClr val="tx1"/>
                          </a:solidFill>
                          <a:effectLst/>
                          <a:sym typeface="Arial"/>
                        </a:rPr>
                        <a:t>Admission source </a:t>
                      </a:r>
                    </a:p>
                    <a:p>
                      <a:pPr marL="171450" marR="0" lvl="0" indent="-171450" algn="l" rtl="0">
                        <a:lnSpc>
                          <a:spcPct val="110000"/>
                        </a:lnSpc>
                        <a:spcBef>
                          <a:spcPts val="600"/>
                        </a:spcBef>
                        <a:spcAft>
                          <a:spcPts val="0"/>
                        </a:spcAft>
                        <a:buClr>
                          <a:srgbClr val="000000"/>
                        </a:buClr>
                        <a:buFont typeface="Arial" panose="020B0604020202020204" pitchFamily="34" charset="0"/>
                        <a:buChar char="•"/>
                      </a:pPr>
                      <a:r>
                        <a:rPr lang="en-IN" sz="1100" b="0" u="none" strike="noStrike" cap="none" dirty="0">
                          <a:solidFill>
                            <a:schemeClr val="tx1"/>
                          </a:solidFill>
                          <a:effectLst/>
                          <a:sym typeface="Arial"/>
                        </a:rPr>
                        <a:t>Length of hospital stay</a:t>
                      </a:r>
                      <a:endParaRPr lang="en-IN" sz="110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171450" lvl="0" indent="-171450">
                        <a:lnSpc>
                          <a:spcPct val="110000"/>
                        </a:lnSpc>
                        <a:buFont typeface="Arial" panose="020B0604020202020204" pitchFamily="34" charset="0"/>
                        <a:buChar char="•"/>
                      </a:pPr>
                      <a:r>
                        <a:rPr lang="en-IN" sz="1100" b="0" u="none" strike="noStrike" cap="none" dirty="0">
                          <a:solidFill>
                            <a:schemeClr val="tx1"/>
                          </a:solidFill>
                          <a:effectLst/>
                          <a:sym typeface="Arial"/>
                        </a:rPr>
                        <a:t>Number of lab procedures </a:t>
                      </a:r>
                    </a:p>
                    <a:p>
                      <a:pPr marL="171450" lvl="0" indent="-171450">
                        <a:lnSpc>
                          <a:spcPct val="110000"/>
                        </a:lnSpc>
                        <a:spcBef>
                          <a:spcPts val="600"/>
                        </a:spcBef>
                        <a:buFont typeface="Arial" panose="020B0604020202020204" pitchFamily="34" charset="0"/>
                        <a:buChar char="•"/>
                      </a:pPr>
                      <a:r>
                        <a:rPr lang="en-IN" sz="1100" b="0" u="none" strike="noStrike" cap="none" dirty="0">
                          <a:solidFill>
                            <a:schemeClr val="tx1"/>
                          </a:solidFill>
                          <a:effectLst/>
                          <a:sym typeface="Arial"/>
                        </a:rPr>
                        <a:t>Number of medications </a:t>
                      </a:r>
                    </a:p>
                    <a:p>
                      <a:pPr marL="171450" lvl="0" indent="-171450">
                        <a:lnSpc>
                          <a:spcPct val="110000"/>
                        </a:lnSpc>
                        <a:spcBef>
                          <a:spcPts val="600"/>
                        </a:spcBef>
                        <a:buFont typeface="Arial" panose="020B0604020202020204" pitchFamily="34" charset="0"/>
                        <a:buChar char="•"/>
                      </a:pPr>
                      <a:r>
                        <a:rPr lang="en-IN" sz="1100" b="0" u="none" strike="noStrike" cap="none" dirty="0">
                          <a:solidFill>
                            <a:schemeClr val="tx1"/>
                          </a:solidFill>
                          <a:effectLst/>
                          <a:sym typeface="Arial"/>
                        </a:rPr>
                        <a:t>Number of procedures </a:t>
                      </a:r>
                    </a:p>
                    <a:p>
                      <a:pPr marL="171450" lvl="0" indent="-171450">
                        <a:lnSpc>
                          <a:spcPct val="110000"/>
                        </a:lnSpc>
                        <a:spcBef>
                          <a:spcPts val="600"/>
                        </a:spcBef>
                        <a:buFont typeface="Arial" panose="020B0604020202020204" pitchFamily="34" charset="0"/>
                        <a:buChar char="•"/>
                      </a:pPr>
                      <a:r>
                        <a:rPr lang="en-IN" sz="1100" b="0" u="none" strike="noStrike" cap="none" dirty="0">
                          <a:solidFill>
                            <a:schemeClr val="tx1"/>
                          </a:solidFill>
                          <a:effectLst/>
                          <a:sym typeface="Arial"/>
                        </a:rPr>
                        <a:t>Number of diagnoses </a:t>
                      </a:r>
                    </a:p>
                    <a:p>
                      <a:pPr marL="171450" indent="-171450">
                        <a:lnSpc>
                          <a:spcPct val="110000"/>
                        </a:lnSpc>
                        <a:buFont typeface="Arial" panose="020B0604020202020204" pitchFamily="34" charset="0"/>
                        <a:buChar char="•"/>
                      </a:pPr>
                      <a:endParaRPr lang="en-IN" sz="110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171450" lvl="0" indent="-171450">
                        <a:lnSpc>
                          <a:spcPct val="110000"/>
                        </a:lnSpc>
                        <a:buFont typeface="Arial" panose="020B0604020202020204" pitchFamily="34" charset="0"/>
                        <a:buChar char="•"/>
                      </a:pPr>
                      <a:r>
                        <a:rPr lang="en-IN" sz="1100" b="0" u="none" strike="noStrike" cap="none" dirty="0">
                          <a:solidFill>
                            <a:schemeClr val="tx1"/>
                          </a:solidFill>
                          <a:effectLst/>
                          <a:sym typeface="Arial"/>
                        </a:rPr>
                        <a:t>Number of outpatient visits </a:t>
                      </a:r>
                    </a:p>
                    <a:p>
                      <a:pPr marL="171450" lvl="0" indent="-171450">
                        <a:lnSpc>
                          <a:spcPct val="110000"/>
                        </a:lnSpc>
                        <a:spcBef>
                          <a:spcPts val="600"/>
                        </a:spcBef>
                        <a:buFont typeface="Arial" panose="020B0604020202020204" pitchFamily="34" charset="0"/>
                        <a:buChar char="•"/>
                      </a:pPr>
                      <a:r>
                        <a:rPr lang="en-IN" sz="1100" b="0" u="none" strike="noStrike" cap="none" dirty="0">
                          <a:solidFill>
                            <a:schemeClr val="tx1"/>
                          </a:solidFill>
                          <a:effectLst/>
                          <a:sym typeface="Arial"/>
                        </a:rPr>
                        <a:t>Number of emergency visits </a:t>
                      </a:r>
                    </a:p>
                    <a:p>
                      <a:pPr marL="171450" lvl="0" indent="-171450">
                        <a:lnSpc>
                          <a:spcPct val="110000"/>
                        </a:lnSpc>
                        <a:spcBef>
                          <a:spcPts val="600"/>
                        </a:spcBef>
                        <a:buFont typeface="Arial" panose="020B0604020202020204" pitchFamily="34" charset="0"/>
                        <a:buChar char="•"/>
                      </a:pPr>
                      <a:r>
                        <a:rPr lang="en-IN" sz="1100" b="0" u="none" strike="noStrike" cap="none" dirty="0">
                          <a:solidFill>
                            <a:schemeClr val="tx1"/>
                          </a:solidFill>
                          <a:effectLst/>
                          <a:sym typeface="Arial"/>
                        </a:rPr>
                        <a:t>Number of inpatient visits </a:t>
                      </a:r>
                    </a:p>
                    <a:p>
                      <a:pPr marL="171450" indent="-171450">
                        <a:lnSpc>
                          <a:spcPct val="110000"/>
                        </a:lnSpc>
                        <a:buFont typeface="Arial" panose="020B0604020202020204" pitchFamily="34" charset="0"/>
                        <a:buChar char="•"/>
                      </a:pPr>
                      <a:endParaRPr lang="en-IN" sz="110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171450" lvl="0" indent="-171450">
                        <a:lnSpc>
                          <a:spcPct val="110000"/>
                        </a:lnSpc>
                        <a:buFont typeface="Arial" panose="020B0604020202020204" pitchFamily="34" charset="0"/>
                        <a:buChar char="•"/>
                      </a:pPr>
                      <a:r>
                        <a:rPr lang="en-IN" sz="1100" b="0" u="none" strike="noStrike" cap="none" dirty="0">
                          <a:solidFill>
                            <a:schemeClr val="tx1"/>
                          </a:solidFill>
                          <a:effectLst/>
                          <a:sym typeface="Arial"/>
                        </a:rPr>
                        <a:t>Insulin usage </a:t>
                      </a:r>
                    </a:p>
                    <a:p>
                      <a:pPr marL="171450" lvl="0" indent="-171450">
                        <a:lnSpc>
                          <a:spcPct val="110000"/>
                        </a:lnSpc>
                        <a:spcBef>
                          <a:spcPts val="600"/>
                        </a:spcBef>
                        <a:buFont typeface="Arial" panose="020B0604020202020204" pitchFamily="34" charset="0"/>
                        <a:buChar char="•"/>
                      </a:pPr>
                      <a:r>
                        <a:rPr lang="en-IN" sz="1100" b="0" u="none" strike="noStrike" cap="none" dirty="0">
                          <a:solidFill>
                            <a:schemeClr val="tx1"/>
                          </a:solidFill>
                          <a:effectLst/>
                          <a:sym typeface="Arial"/>
                        </a:rPr>
                        <a:t>Medication changes </a:t>
                      </a:r>
                    </a:p>
                    <a:p>
                      <a:pPr marL="171450" indent="-171450">
                        <a:lnSpc>
                          <a:spcPct val="110000"/>
                        </a:lnSpc>
                        <a:buFont typeface="Arial" panose="020B0604020202020204" pitchFamily="34" charset="0"/>
                        <a:buChar char="•"/>
                      </a:pPr>
                      <a:endParaRPr lang="en-IN" sz="110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171450" lvl="0" indent="-171450">
                        <a:lnSpc>
                          <a:spcPct val="110000"/>
                        </a:lnSpc>
                        <a:buFont typeface="Arial" panose="020B0604020202020204" pitchFamily="34" charset="0"/>
                        <a:buChar char="•"/>
                      </a:pPr>
                      <a:r>
                        <a:rPr lang="en-IN" sz="1100" b="0" u="none" strike="noStrike" cap="none" dirty="0">
                          <a:solidFill>
                            <a:schemeClr val="tx1"/>
                          </a:solidFill>
                          <a:effectLst/>
                          <a:sym typeface="Arial"/>
                        </a:rPr>
                        <a:t>NO → Not readmitted </a:t>
                      </a:r>
                    </a:p>
                    <a:p>
                      <a:pPr marL="171450" lvl="0" indent="-171450">
                        <a:lnSpc>
                          <a:spcPct val="110000"/>
                        </a:lnSpc>
                        <a:spcBef>
                          <a:spcPts val="600"/>
                        </a:spcBef>
                        <a:buFont typeface="Arial" panose="020B0604020202020204" pitchFamily="34" charset="0"/>
                        <a:buChar char="•"/>
                      </a:pPr>
                      <a:r>
                        <a:rPr lang="en-IN" sz="1100" b="0" u="none" strike="noStrike" cap="none" dirty="0">
                          <a:solidFill>
                            <a:schemeClr val="tx1"/>
                          </a:solidFill>
                          <a:effectLst/>
                          <a:sym typeface="Arial"/>
                        </a:rPr>
                        <a:t>&gt; 30 → Readmitted after 30 days </a:t>
                      </a:r>
                    </a:p>
                    <a:p>
                      <a:pPr marL="171450" lvl="0" indent="-171450">
                        <a:lnSpc>
                          <a:spcPct val="110000"/>
                        </a:lnSpc>
                        <a:spcBef>
                          <a:spcPts val="600"/>
                        </a:spcBef>
                        <a:buFont typeface="Arial" panose="020B0604020202020204" pitchFamily="34" charset="0"/>
                        <a:buChar char="•"/>
                      </a:pPr>
                      <a:r>
                        <a:rPr lang="en-IN" sz="1100" b="0" u="none" strike="noStrike" cap="none" dirty="0">
                          <a:solidFill>
                            <a:schemeClr val="tx1"/>
                          </a:solidFill>
                          <a:effectLst/>
                          <a:sym typeface="Arial"/>
                        </a:rPr>
                        <a:t>&lt; 30 → Readmitted within 30 days </a:t>
                      </a:r>
                    </a:p>
                    <a:p>
                      <a:pPr marL="171450" indent="-171450">
                        <a:lnSpc>
                          <a:spcPct val="110000"/>
                        </a:lnSpc>
                        <a:buFont typeface="Arial" panose="020B0604020202020204" pitchFamily="34" charset="0"/>
                        <a:buChar char="•"/>
                      </a:pPr>
                      <a:endParaRPr lang="en-IN" sz="110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701906780"/>
                  </a:ext>
                </a:extLst>
              </a:tr>
            </a:tbl>
          </a:graphicData>
        </a:graphic>
      </p:graphicFrame>
    </p:spTree>
    <p:extLst>
      <p:ext uri="{BB962C8B-B14F-4D97-AF65-F5344CB8AC3E}">
        <p14:creationId xmlns:p14="http://schemas.microsoft.com/office/powerpoint/2010/main" val="40730410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917743A0-4348-D7A3-CC5A-19CA2F96DEDA}"/>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A0DD6797-3D6D-B6A1-905D-CFD879EEB6D0}"/>
              </a:ext>
            </a:extLst>
          </p:cNvPr>
          <p:cNvSpPr>
            <a:spLocks noGrp="1"/>
          </p:cNvSpPr>
          <p:nvPr>
            <p:ph type="title"/>
          </p:nvPr>
        </p:nvSpPr>
        <p:spPr>
          <a:xfrm>
            <a:off x="201972" y="288368"/>
            <a:ext cx="8520600" cy="572700"/>
          </a:xfrm>
        </p:spPr>
        <p:txBody>
          <a:bodyPr wrap="square" anchor="ctr">
            <a:noAutofit/>
          </a:bodyPr>
          <a:lstStyle/>
          <a:p>
            <a:pPr>
              <a:buClr>
                <a:srgbClr val="434343"/>
              </a:buClr>
              <a:buSzPts val="2200"/>
            </a:pPr>
            <a:r>
              <a:rPr lang="en-IN" sz="2800" dirty="0">
                <a:solidFill>
                  <a:srgbClr val="434343"/>
                </a:solidFill>
                <a:latin typeface="Calibri" panose="020F0502020204030204" pitchFamily="34" charset="0"/>
                <a:ea typeface="Calibri" panose="020F0502020204030204" pitchFamily="34" charset="0"/>
                <a:cs typeface="Calibri" panose="020F0502020204030204" pitchFamily="34" charset="0"/>
              </a:rPr>
              <a:t>Approach</a:t>
            </a:r>
          </a:p>
        </p:txBody>
      </p:sp>
      <p:graphicFrame>
        <p:nvGraphicFramePr>
          <p:cNvPr id="2" name="Table 1">
            <a:extLst>
              <a:ext uri="{FF2B5EF4-FFF2-40B4-BE49-F238E27FC236}">
                <a16:creationId xmlns:a16="http://schemas.microsoft.com/office/drawing/2014/main" id="{24EDCF51-CF38-B7BF-FB6F-D2DAE3797C49}"/>
              </a:ext>
            </a:extLst>
          </p:cNvPr>
          <p:cNvGraphicFramePr>
            <a:graphicFrameLocks noGrp="1"/>
          </p:cNvGraphicFramePr>
          <p:nvPr>
            <p:extLst>
              <p:ext uri="{D42A27DB-BD31-4B8C-83A1-F6EECF244321}">
                <p14:modId xmlns:p14="http://schemas.microsoft.com/office/powerpoint/2010/main" val="515058233"/>
              </p:ext>
            </p:extLst>
          </p:nvPr>
        </p:nvGraphicFramePr>
        <p:xfrm>
          <a:off x="258679" y="1887659"/>
          <a:ext cx="8729377" cy="2892795"/>
        </p:xfrm>
        <a:graphic>
          <a:graphicData uri="http://schemas.openxmlformats.org/drawingml/2006/table">
            <a:tbl>
              <a:tblPr firstRow="1" firstCol="1" bandRow="1">
                <a:tableStyleId>{9D7B26C5-4107-4FEC-AEDC-1716B250A1EF}</a:tableStyleId>
              </a:tblPr>
              <a:tblGrid>
                <a:gridCol w="620278">
                  <a:extLst>
                    <a:ext uri="{9D8B030D-6E8A-4147-A177-3AD203B41FA5}">
                      <a16:colId xmlns:a16="http://schemas.microsoft.com/office/drawing/2014/main" val="1131561941"/>
                    </a:ext>
                  </a:extLst>
                </a:gridCol>
                <a:gridCol w="1520024">
                  <a:extLst>
                    <a:ext uri="{9D8B030D-6E8A-4147-A177-3AD203B41FA5}">
                      <a16:colId xmlns:a16="http://schemas.microsoft.com/office/drawing/2014/main" val="2169674154"/>
                    </a:ext>
                  </a:extLst>
                </a:gridCol>
                <a:gridCol w="1520024">
                  <a:extLst>
                    <a:ext uri="{9D8B030D-6E8A-4147-A177-3AD203B41FA5}">
                      <a16:colId xmlns:a16="http://schemas.microsoft.com/office/drawing/2014/main" val="1000759635"/>
                    </a:ext>
                  </a:extLst>
                </a:gridCol>
                <a:gridCol w="2602297">
                  <a:extLst>
                    <a:ext uri="{9D8B030D-6E8A-4147-A177-3AD203B41FA5}">
                      <a16:colId xmlns:a16="http://schemas.microsoft.com/office/drawing/2014/main" val="2546561651"/>
                    </a:ext>
                  </a:extLst>
                </a:gridCol>
                <a:gridCol w="2466754">
                  <a:extLst>
                    <a:ext uri="{9D8B030D-6E8A-4147-A177-3AD203B41FA5}">
                      <a16:colId xmlns:a16="http://schemas.microsoft.com/office/drawing/2014/main" val="2808038229"/>
                    </a:ext>
                  </a:extLst>
                </a:gridCol>
              </a:tblGrid>
              <a:tr h="329831">
                <a:tc>
                  <a:txBody>
                    <a:bodyPr/>
                    <a:lstStyle/>
                    <a:p>
                      <a:pPr marL="228600" algn="l" fontAlgn="t">
                        <a:lnSpc>
                          <a:spcPct val="100000"/>
                        </a:lnSpc>
                        <a:buNone/>
                      </a:pPr>
                      <a:r>
                        <a:rPr lang="en-IN" sz="1200" b="1"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RQ</a:t>
                      </a:r>
                      <a:endParaRPr lang="en-IN" sz="1200" b="1"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solidFill>
                      <a:schemeClr val="accent4">
                        <a:lumMod val="20000"/>
                        <a:lumOff val="80000"/>
                      </a:schemeClr>
                    </a:solidFill>
                  </a:tcPr>
                </a:tc>
                <a:tc>
                  <a:txBody>
                    <a:bodyPr/>
                    <a:lstStyle/>
                    <a:p>
                      <a:pPr marL="228600" algn="l" fontAlgn="t">
                        <a:lnSpc>
                          <a:spcPct val="100000"/>
                        </a:lnSpc>
                        <a:buNone/>
                      </a:pPr>
                      <a:r>
                        <a:rPr lang="en-IN" sz="1200" b="1"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Primary Metric</a:t>
                      </a:r>
                      <a:endParaRPr lang="en-IN" sz="1200" b="1"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solidFill>
                      <a:schemeClr val="accent4">
                        <a:lumMod val="20000"/>
                        <a:lumOff val="80000"/>
                      </a:schemeClr>
                    </a:solidFill>
                  </a:tcPr>
                </a:tc>
                <a:tc>
                  <a:txBody>
                    <a:bodyPr/>
                    <a:lstStyle/>
                    <a:p>
                      <a:pPr marL="228600" algn="l" fontAlgn="t">
                        <a:lnSpc>
                          <a:spcPct val="100000"/>
                        </a:lnSpc>
                        <a:buNone/>
                      </a:pPr>
                      <a:r>
                        <a:rPr lang="en-IN" sz="1200" b="1"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Statistic</a:t>
                      </a:r>
                    </a:p>
                  </a:txBody>
                  <a:tcPr marL="36000" marR="36000" marT="36000" marB="36000" anchor="ctr">
                    <a:solidFill>
                      <a:schemeClr val="accent4">
                        <a:lumMod val="20000"/>
                        <a:lumOff val="80000"/>
                      </a:schemeClr>
                    </a:solidFill>
                  </a:tcPr>
                </a:tc>
                <a:tc>
                  <a:txBody>
                    <a:bodyPr/>
                    <a:lstStyle/>
                    <a:p>
                      <a:pPr marL="228600" algn="l" fontAlgn="t">
                        <a:lnSpc>
                          <a:spcPct val="100000"/>
                        </a:lnSpc>
                        <a:buNone/>
                      </a:pPr>
                      <a:r>
                        <a:rPr lang="en-IN" sz="1200" b="1"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Null Hypothesis</a:t>
                      </a:r>
                      <a:endParaRPr lang="en-IN" sz="1200" b="1"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solidFill>
                      <a:schemeClr val="accent4">
                        <a:lumMod val="20000"/>
                        <a:lumOff val="80000"/>
                      </a:schemeClr>
                    </a:solidFill>
                  </a:tcPr>
                </a:tc>
                <a:tc>
                  <a:txBody>
                    <a:bodyPr/>
                    <a:lstStyle/>
                    <a:p>
                      <a:pPr marL="228600" algn="l" fontAlgn="t">
                        <a:lnSpc>
                          <a:spcPct val="100000"/>
                        </a:lnSpc>
                        <a:buNone/>
                      </a:pPr>
                      <a:r>
                        <a:rPr lang="en-IN" sz="1200" b="1"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Alternative Hypothesis</a:t>
                      </a:r>
                      <a:endParaRPr lang="en-IN" sz="1200" b="1"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solidFill>
                      <a:schemeClr val="accent4">
                        <a:lumMod val="20000"/>
                        <a:lumOff val="80000"/>
                      </a:schemeClr>
                    </a:solidFill>
                  </a:tcPr>
                </a:tc>
                <a:extLst>
                  <a:ext uri="{0D108BD9-81ED-4DB2-BD59-A6C34878D82A}">
                    <a16:rowId xmlns:a16="http://schemas.microsoft.com/office/drawing/2014/main" val="2430365068"/>
                  </a:ext>
                </a:extLst>
              </a:tr>
              <a:tr h="622742">
                <a:tc>
                  <a:txBody>
                    <a:bodyPr/>
                    <a:lstStyle/>
                    <a:p>
                      <a:pPr marL="0" algn="ctr" fontAlgn="t">
                        <a:lnSpc>
                          <a:spcPct val="100000"/>
                        </a:lnSpc>
                        <a:buNone/>
                      </a:pPr>
                      <a:r>
                        <a:rPr lang="en-IN" sz="1100" b="1"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RQ1</a:t>
                      </a:r>
                      <a:endParaRPr lang="en-IN" sz="11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solidFill>
                      <a:schemeClr val="bg1">
                        <a:lumMod val="95000"/>
                        <a:alpha val="20000"/>
                      </a:schemeClr>
                    </a:solidFill>
                  </a:tcPr>
                </a:tc>
                <a:tc>
                  <a:txBody>
                    <a:bodyPr/>
                    <a:lstStyle/>
                    <a:p>
                      <a:pPr marL="171450" marR="0" lvl="0" indent="-171450" algn="l" rtl="0" fontAlgn="t">
                        <a:lnSpc>
                          <a:spcPct val="100000"/>
                        </a:lnSpc>
                        <a:spcBef>
                          <a:spcPts val="0"/>
                        </a:spcBef>
                        <a:spcAft>
                          <a:spcPts val="0"/>
                        </a:spcAft>
                        <a:buClr>
                          <a:srgbClr val="000000"/>
                        </a:buClr>
                        <a:buFont typeface="Arial" panose="020B0604020202020204" pitchFamily="34" charset="0"/>
                        <a:buChar char="•"/>
                      </a:pPr>
                      <a:r>
                        <a:rPr lang="en-IN" sz="11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Accuracy / Correctness</a:t>
                      </a:r>
                    </a:p>
                  </a:txBody>
                  <a:tcPr marL="36000" marR="36000" marT="36000" marB="36000" anchor="ctr">
                    <a:solidFill>
                      <a:schemeClr val="bg1">
                        <a:lumMod val="95000"/>
                        <a:alpha val="20000"/>
                      </a:schemeClr>
                    </a:solidFill>
                  </a:tcPr>
                </a:tc>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IN" sz="11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Chi-square test of independence </a:t>
                      </a:r>
                    </a:p>
                  </a:txBody>
                  <a:tcPr marL="36000" marR="36000" marT="36000" marB="36000" anchor="ctr">
                    <a:solidFill>
                      <a:schemeClr val="bg1">
                        <a:lumMod val="95000"/>
                        <a:alpha val="20000"/>
                      </a:schemeClr>
                    </a:solidFill>
                  </a:tcPr>
                </a:tc>
                <a:tc>
                  <a:txBody>
                    <a:bodyPr/>
                    <a:lstStyle/>
                    <a:p>
                      <a:pPr marL="0" algn="l" fontAlgn="t">
                        <a:lnSpc>
                          <a:spcPct val="100000"/>
                        </a:lnSpc>
                        <a:buNone/>
                      </a:pPr>
                      <a:r>
                        <a:rPr lang="en-IN" sz="1100" b="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No difference in classification correctness across groups</a:t>
                      </a:r>
                      <a:endParaRPr lang="en-IN" sz="11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108000" marR="36000" marT="36000" marB="36000" anchor="ctr">
                    <a:solidFill>
                      <a:schemeClr val="bg1">
                        <a:lumMod val="95000"/>
                        <a:alpha val="20000"/>
                      </a:schemeClr>
                    </a:solidFill>
                  </a:tcPr>
                </a:tc>
                <a:tc>
                  <a:txBody>
                    <a:bodyPr/>
                    <a:lstStyle/>
                    <a:p>
                      <a:pPr marL="0" algn="l" fontAlgn="t">
                        <a:lnSpc>
                          <a:spcPct val="100000"/>
                        </a:lnSpc>
                        <a:buNone/>
                      </a:pPr>
                      <a:r>
                        <a:rPr lang="en-IN" sz="1100" b="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Significant difference exists</a:t>
                      </a:r>
                      <a:endParaRPr lang="en-IN" sz="11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108000" marR="36000" marT="36000" marB="36000" anchor="ctr">
                    <a:solidFill>
                      <a:schemeClr val="bg1">
                        <a:lumMod val="95000"/>
                        <a:alpha val="20000"/>
                      </a:schemeClr>
                    </a:solidFill>
                  </a:tcPr>
                </a:tc>
                <a:extLst>
                  <a:ext uri="{0D108BD9-81ED-4DB2-BD59-A6C34878D82A}">
                    <a16:rowId xmlns:a16="http://schemas.microsoft.com/office/drawing/2014/main" val="593257773"/>
                  </a:ext>
                </a:extLst>
              </a:tr>
              <a:tr h="622742">
                <a:tc>
                  <a:txBody>
                    <a:bodyPr/>
                    <a:lstStyle/>
                    <a:p>
                      <a:pPr marL="0" algn="ctr" fontAlgn="t">
                        <a:lnSpc>
                          <a:spcPct val="100000"/>
                        </a:lnSpc>
                        <a:buNone/>
                      </a:pPr>
                      <a:r>
                        <a:rPr lang="en-IN" sz="1100" b="1"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RQ2</a:t>
                      </a:r>
                      <a:endParaRPr lang="en-IN" sz="11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tc>
                  <a:txBody>
                    <a:bodyPr/>
                    <a:lstStyle/>
                    <a:p>
                      <a:pPr marL="171450" marR="0" lvl="0" indent="-171450" algn="l" rtl="0" fontAlgn="t">
                        <a:lnSpc>
                          <a:spcPct val="100000"/>
                        </a:lnSpc>
                        <a:spcBef>
                          <a:spcPts val="0"/>
                        </a:spcBef>
                        <a:spcAft>
                          <a:spcPts val="0"/>
                        </a:spcAft>
                        <a:buClr>
                          <a:srgbClr val="000000"/>
                        </a:buClr>
                        <a:buFont typeface="Arial" panose="020B0604020202020204" pitchFamily="34" charset="0"/>
                        <a:buChar char="•"/>
                      </a:pPr>
                      <a:r>
                        <a:rPr lang="en-IN" sz="11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False Negative Rate</a:t>
                      </a:r>
                    </a:p>
                  </a:txBody>
                  <a:tcPr marL="36000" marR="36000" marT="36000" marB="36000" anchor="ctr"/>
                </a:tc>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IN" sz="11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Chi-square test or two-proportion z-test </a:t>
                      </a:r>
                    </a:p>
                  </a:txBody>
                  <a:tcPr marL="36000" marR="36000" marT="36000" marB="36000" anchor="ctr"/>
                </a:tc>
                <a:tc>
                  <a:txBody>
                    <a:bodyPr/>
                    <a:lstStyle/>
                    <a:p>
                      <a:pPr marL="0" algn="l" fontAlgn="t">
                        <a:lnSpc>
                          <a:spcPct val="100000"/>
                        </a:lnSpc>
                        <a:buNone/>
                      </a:pPr>
                      <a:r>
                        <a:rPr lang="en-IN" sz="1100" b="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No difference in false negative rates across groups</a:t>
                      </a:r>
                      <a:endParaRPr lang="en-IN" sz="11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108000" marR="36000" marT="36000" marB="36000" anchor="ctr"/>
                </a:tc>
                <a:tc>
                  <a:txBody>
                    <a:bodyPr/>
                    <a:lstStyle/>
                    <a:p>
                      <a:pPr marL="0" algn="l" fontAlgn="t">
                        <a:lnSpc>
                          <a:spcPct val="100000"/>
                        </a:lnSpc>
                        <a:buNone/>
                      </a:pPr>
                      <a:r>
                        <a:rPr lang="en-IN" sz="1100" b="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Significant difference exists</a:t>
                      </a:r>
                      <a:endParaRPr lang="en-IN" sz="11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108000" marR="36000" marT="36000" marB="36000" anchor="ctr"/>
                </a:tc>
                <a:extLst>
                  <a:ext uri="{0D108BD9-81ED-4DB2-BD59-A6C34878D82A}">
                    <a16:rowId xmlns:a16="http://schemas.microsoft.com/office/drawing/2014/main" val="1697979906"/>
                  </a:ext>
                </a:extLst>
              </a:tr>
              <a:tr h="329831">
                <a:tc>
                  <a:txBody>
                    <a:bodyPr/>
                    <a:lstStyle/>
                    <a:p>
                      <a:pPr marL="0" algn="ctr" fontAlgn="t">
                        <a:lnSpc>
                          <a:spcPct val="100000"/>
                        </a:lnSpc>
                        <a:buNone/>
                      </a:pPr>
                      <a:r>
                        <a:rPr lang="en-IN" sz="1100" b="1"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RQ3</a:t>
                      </a:r>
                      <a:endParaRPr lang="en-IN" sz="11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solidFill>
                      <a:schemeClr val="bg1">
                        <a:alpha val="20000"/>
                      </a:schemeClr>
                    </a:solidFill>
                  </a:tcPr>
                </a:tc>
                <a:tc>
                  <a:txBody>
                    <a:bodyPr/>
                    <a:lstStyle/>
                    <a:p>
                      <a:pPr marL="171450" lvl="0" indent="-171450">
                        <a:buFont typeface="Arial" panose="020B0604020202020204" pitchFamily="34" charset="0"/>
                        <a:buChar char="•"/>
                      </a:pPr>
                      <a:r>
                        <a:rPr lang="en-IN" sz="11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Disparity measures (FNR gap) </a:t>
                      </a:r>
                    </a:p>
                  </a:txBody>
                  <a:tcPr marL="36000" marR="36000" marT="36000" marB="36000" anchor="ctr">
                    <a:solidFill>
                      <a:schemeClr val="bg1">
                        <a:alpha val="20000"/>
                      </a:schemeClr>
                    </a:solidFill>
                  </a:tcPr>
                </a:tc>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IN" sz="11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Paired t-test or Wilcoxon signed-rank test </a:t>
                      </a:r>
                    </a:p>
                  </a:txBody>
                  <a:tcPr marL="36000" marR="36000" marT="36000" marB="36000" anchor="ctr">
                    <a:solidFill>
                      <a:schemeClr val="bg1">
                        <a:alpha val="20000"/>
                      </a:schemeClr>
                    </a:solidFill>
                  </a:tcPr>
                </a:tc>
                <a:tc>
                  <a:txBody>
                    <a:bodyPr/>
                    <a:lstStyle/>
                    <a:p>
                      <a:pPr marL="0" algn="l" fontAlgn="t">
                        <a:lnSpc>
                          <a:spcPct val="100000"/>
                        </a:lnSpc>
                        <a:buNone/>
                      </a:pPr>
                      <a:r>
                        <a:rPr lang="en-IN" sz="1100" b="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Rebalancing does not change disparity</a:t>
                      </a:r>
                      <a:endParaRPr lang="en-IN" sz="11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108000" marR="36000" marT="36000" marB="36000" anchor="ctr">
                    <a:solidFill>
                      <a:schemeClr val="bg1">
                        <a:alpha val="20000"/>
                      </a:schemeClr>
                    </a:solidFill>
                  </a:tcPr>
                </a:tc>
                <a:tc>
                  <a:txBody>
                    <a:bodyPr/>
                    <a:lstStyle/>
                    <a:p>
                      <a:pPr marL="0" algn="l" fontAlgn="t">
                        <a:lnSpc>
                          <a:spcPct val="100000"/>
                        </a:lnSpc>
                        <a:buNone/>
                      </a:pPr>
                      <a:r>
                        <a:rPr lang="en-IN" sz="1100" b="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Rebalancing changes disparity</a:t>
                      </a:r>
                      <a:endParaRPr lang="en-IN" sz="11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108000" marR="36000" marT="36000" marB="36000" anchor="ctr">
                    <a:solidFill>
                      <a:schemeClr val="bg1">
                        <a:alpha val="20000"/>
                      </a:schemeClr>
                    </a:solidFill>
                  </a:tcPr>
                </a:tc>
                <a:extLst>
                  <a:ext uri="{0D108BD9-81ED-4DB2-BD59-A6C34878D82A}">
                    <a16:rowId xmlns:a16="http://schemas.microsoft.com/office/drawing/2014/main" val="3002408991"/>
                  </a:ext>
                </a:extLst>
              </a:tr>
              <a:tr h="622742">
                <a:tc>
                  <a:txBody>
                    <a:bodyPr/>
                    <a:lstStyle/>
                    <a:p>
                      <a:pPr marL="0" algn="ctr" fontAlgn="t">
                        <a:lnSpc>
                          <a:spcPct val="100000"/>
                        </a:lnSpc>
                        <a:buNone/>
                      </a:pPr>
                      <a:r>
                        <a:rPr lang="en-IN" sz="1100" b="1"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RQ4</a:t>
                      </a:r>
                      <a:endParaRPr lang="en-IN" sz="11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tc>
                  <a:txBody>
                    <a:bodyPr/>
                    <a:lstStyle/>
                    <a:p>
                      <a:pPr marL="171450" lvl="0" indent="-171450">
                        <a:buFont typeface="Arial" panose="020B0604020202020204" pitchFamily="34" charset="0"/>
                        <a:buChar char="•"/>
                      </a:pPr>
                      <a:r>
                        <a:rPr lang="en-IN" sz="11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Disparity measures (FNR gap) </a:t>
                      </a:r>
                    </a:p>
                    <a:p>
                      <a:pPr marL="171450" lvl="0" indent="-171450">
                        <a:buFont typeface="Arial" panose="020B0604020202020204" pitchFamily="34" charset="0"/>
                        <a:buChar char="•"/>
                      </a:pPr>
                      <a:r>
                        <a:rPr lang="en-IN" sz="11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Overall model performance (AUC, F1-score) </a:t>
                      </a:r>
                    </a:p>
                  </a:txBody>
                  <a:tcPr marL="36000" marR="36000" marT="36000" marB="36000" anchor="ctr"/>
                </a:tc>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IN" sz="11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Paired t-test or Wilcoxon test </a:t>
                      </a:r>
                    </a:p>
                    <a:p>
                      <a:pPr marL="0" algn="l" fontAlgn="t">
                        <a:lnSpc>
                          <a:spcPct val="100000"/>
                        </a:lnSpc>
                        <a:buNone/>
                      </a:pPr>
                      <a:endParaRPr lang="en-IN" sz="11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tc>
                  <a:txBody>
                    <a:bodyPr/>
                    <a:lstStyle/>
                    <a:p>
                      <a:pPr marL="0" algn="l" fontAlgn="t">
                        <a:lnSpc>
                          <a:spcPct val="100000"/>
                        </a:lnSpc>
                        <a:buNone/>
                      </a:pPr>
                      <a:r>
                        <a:rPr lang="en-IN" sz="1100" b="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Mitigation does not reduce disparity without performance loss</a:t>
                      </a:r>
                      <a:endParaRPr lang="en-IN" sz="11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108000" marR="36000" marT="36000" marB="36000" anchor="ctr"/>
                </a:tc>
                <a:tc>
                  <a:txBody>
                    <a:bodyPr/>
                    <a:lstStyle/>
                    <a:p>
                      <a:pPr marL="0" algn="l" fontAlgn="t">
                        <a:lnSpc>
                          <a:spcPct val="100000"/>
                        </a:lnSpc>
                        <a:buNone/>
                      </a:pPr>
                      <a:r>
                        <a:rPr lang="en-IN" sz="1100" b="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Mitigation reduces disparity without performance loss</a:t>
                      </a:r>
                      <a:endParaRPr lang="en-IN" sz="11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108000" marR="36000" marT="36000" marB="36000" anchor="ctr"/>
                </a:tc>
                <a:extLst>
                  <a:ext uri="{0D108BD9-81ED-4DB2-BD59-A6C34878D82A}">
                    <a16:rowId xmlns:a16="http://schemas.microsoft.com/office/drawing/2014/main" val="2705606246"/>
                  </a:ext>
                </a:extLst>
              </a:tr>
            </a:tbl>
          </a:graphicData>
        </a:graphic>
      </p:graphicFrame>
      <p:sp>
        <p:nvSpPr>
          <p:cNvPr id="3" name="TextBox 2">
            <a:extLst>
              <a:ext uri="{FF2B5EF4-FFF2-40B4-BE49-F238E27FC236}">
                <a16:creationId xmlns:a16="http://schemas.microsoft.com/office/drawing/2014/main" id="{65996BE4-273B-5E3A-8A62-F6CC0E8B34A2}"/>
              </a:ext>
            </a:extLst>
          </p:cNvPr>
          <p:cNvSpPr txBox="1"/>
          <p:nvPr/>
        </p:nvSpPr>
        <p:spPr>
          <a:xfrm>
            <a:off x="258678" y="861068"/>
            <a:ext cx="8360781" cy="894732"/>
          </a:xfrm>
          <a:prstGeom prst="rect">
            <a:avLst/>
          </a:prstGeom>
          <a:noFill/>
        </p:spPr>
        <p:txBody>
          <a:bodyPr wrap="square" rtlCol="0">
            <a:spAutoFit/>
          </a:bodyPr>
          <a:lstStyle/>
          <a:p>
            <a:pPr marL="171450" indent="-171450">
              <a:lnSpc>
                <a:spcPct val="110000"/>
              </a:lnSpc>
              <a:buFont typeface="Arial" panose="020B0604020202020204" pitchFamily="34" charset="0"/>
              <a:buChar char="•"/>
            </a:pPr>
            <a:r>
              <a:rPr lang="en-IN" sz="1200" b="1" dirty="0">
                <a:latin typeface="Calibri" panose="020F0502020204030204" pitchFamily="34" charset="0"/>
                <a:ea typeface="Calibri" panose="020F0502020204030204" pitchFamily="34" charset="0"/>
                <a:cs typeface="Calibri" panose="020F0502020204030204" pitchFamily="34" charset="0"/>
              </a:rPr>
              <a:t>Data Preprocessing </a:t>
            </a:r>
            <a:r>
              <a:rPr lang="en-IN" sz="1200" dirty="0">
                <a:latin typeface="Calibri" panose="020F0502020204030204" pitchFamily="34" charset="0"/>
                <a:ea typeface="Calibri" panose="020F0502020204030204" pitchFamily="34" charset="0"/>
                <a:cs typeface="Calibri" panose="020F0502020204030204" pitchFamily="34" charset="0"/>
              </a:rPr>
              <a:t>: Missing value Handling, Encoding categorical variables, Feature selection, Target transformation</a:t>
            </a:r>
          </a:p>
          <a:p>
            <a:pPr marL="171450" indent="-171450">
              <a:lnSpc>
                <a:spcPct val="110000"/>
              </a:lnSpc>
              <a:buFont typeface="Arial" panose="020B0604020202020204" pitchFamily="34" charset="0"/>
              <a:buChar char="•"/>
            </a:pPr>
            <a:r>
              <a:rPr lang="en-IN" sz="1200" b="1" dirty="0">
                <a:latin typeface="Calibri" panose="020F0502020204030204" pitchFamily="34" charset="0"/>
                <a:ea typeface="Calibri" panose="020F0502020204030204" pitchFamily="34" charset="0"/>
                <a:cs typeface="Calibri" panose="020F0502020204030204" pitchFamily="34" charset="0"/>
              </a:rPr>
              <a:t>Modelling</a:t>
            </a:r>
            <a:r>
              <a:rPr lang="en-IN" sz="1200" dirty="0">
                <a:latin typeface="Calibri" panose="020F0502020204030204" pitchFamily="34" charset="0"/>
                <a:ea typeface="Calibri" panose="020F0502020204030204" pitchFamily="34" charset="0"/>
                <a:cs typeface="Calibri" panose="020F0502020204030204" pitchFamily="34" charset="0"/>
              </a:rPr>
              <a:t> : Binary classification (Logistic regression), prediction</a:t>
            </a:r>
          </a:p>
          <a:p>
            <a:pPr marL="171450" indent="-171450">
              <a:lnSpc>
                <a:spcPct val="110000"/>
              </a:lnSpc>
              <a:buFont typeface="Arial" panose="020B0604020202020204" pitchFamily="34" charset="0"/>
              <a:buChar char="•"/>
            </a:pPr>
            <a:r>
              <a:rPr lang="en-IN" sz="1200" b="1" dirty="0">
                <a:latin typeface="Calibri" panose="020F0502020204030204" pitchFamily="34" charset="0"/>
                <a:ea typeface="Calibri" panose="020F0502020204030204" pitchFamily="34" charset="0"/>
                <a:cs typeface="Calibri" panose="020F0502020204030204" pitchFamily="34" charset="0"/>
              </a:rPr>
              <a:t>Bias analysis </a:t>
            </a:r>
            <a:r>
              <a:rPr lang="en-IN" sz="1200" dirty="0">
                <a:latin typeface="Calibri" panose="020F0502020204030204" pitchFamily="34" charset="0"/>
                <a:ea typeface="Calibri" panose="020F0502020204030204" pitchFamily="34" charset="0"/>
                <a:cs typeface="Calibri" panose="020F0502020204030204" pitchFamily="34" charset="0"/>
              </a:rPr>
              <a:t>: RQ1 (Group wise performance selection), RQ2 (Disparity analysis), RQ3 (Dataset balancing), RQ4 (Bias mitigation)</a:t>
            </a:r>
          </a:p>
          <a:p>
            <a:pPr marL="171450" indent="-171450">
              <a:lnSpc>
                <a:spcPct val="110000"/>
              </a:lnSpc>
              <a:buFont typeface="Arial" panose="020B0604020202020204" pitchFamily="34" charset="0"/>
              <a:buChar char="•"/>
            </a:pPr>
            <a:r>
              <a:rPr lang="en-IN" sz="1200" b="1" dirty="0">
                <a:latin typeface="Calibri" panose="020F0502020204030204" pitchFamily="34" charset="0"/>
                <a:ea typeface="Calibri" panose="020F0502020204030204" pitchFamily="34" charset="0"/>
                <a:cs typeface="Calibri" panose="020F0502020204030204" pitchFamily="34" charset="0"/>
              </a:rPr>
              <a:t>Hypothesis</a:t>
            </a:r>
            <a:r>
              <a:rPr lang="en-IN" sz="1200" dirty="0">
                <a:latin typeface="Calibri" panose="020F0502020204030204" pitchFamily="34" charset="0"/>
                <a:ea typeface="Calibri" panose="020F0502020204030204" pitchFamily="34" charset="0"/>
                <a:cs typeface="Calibri" panose="020F0502020204030204" pitchFamily="34" charset="0"/>
              </a:rPr>
              <a:t> formulation and Statistical testing </a:t>
            </a:r>
          </a:p>
        </p:txBody>
      </p:sp>
    </p:spTree>
    <p:extLst>
      <p:ext uri="{BB962C8B-B14F-4D97-AF65-F5344CB8AC3E}">
        <p14:creationId xmlns:p14="http://schemas.microsoft.com/office/powerpoint/2010/main" val="2318321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56CAA3FA-222D-3A37-3084-644B1871CD09}"/>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ECA7F8FD-884C-9B28-4A37-7EFB33A4AEF3}"/>
              </a:ext>
            </a:extLst>
          </p:cNvPr>
          <p:cNvSpPr>
            <a:spLocks noGrp="1"/>
          </p:cNvSpPr>
          <p:nvPr>
            <p:ph type="title"/>
          </p:nvPr>
        </p:nvSpPr>
        <p:spPr>
          <a:xfrm>
            <a:off x="201972" y="288368"/>
            <a:ext cx="8520600" cy="572700"/>
          </a:xfrm>
        </p:spPr>
        <p:txBody>
          <a:bodyPr wrap="square" anchor="ctr">
            <a:normAutofit fontScale="90000"/>
          </a:bodyPr>
          <a:lstStyle/>
          <a:p>
            <a:pPr>
              <a:buClr>
                <a:srgbClr val="434343"/>
              </a:buClr>
              <a:buSzPts val="2200"/>
            </a:pPr>
            <a:r>
              <a:rPr lang="en-IN" sz="2800" dirty="0">
                <a:solidFill>
                  <a:srgbClr val="434343"/>
                </a:solidFill>
                <a:latin typeface="Calibri" panose="020F0502020204030204" pitchFamily="34" charset="0"/>
                <a:ea typeface="Calibri" panose="020F0502020204030204" pitchFamily="34" charset="0"/>
                <a:cs typeface="Calibri" panose="020F0502020204030204" pitchFamily="34" charset="0"/>
              </a:rPr>
              <a:t>Target Audience &amp; Applications</a:t>
            </a:r>
          </a:p>
        </p:txBody>
      </p:sp>
      <p:graphicFrame>
        <p:nvGraphicFramePr>
          <p:cNvPr id="2" name="Table 1">
            <a:extLst>
              <a:ext uri="{FF2B5EF4-FFF2-40B4-BE49-F238E27FC236}">
                <a16:creationId xmlns:a16="http://schemas.microsoft.com/office/drawing/2014/main" id="{DA1F60B7-439E-D005-D00A-6A46107D9FCB}"/>
              </a:ext>
            </a:extLst>
          </p:cNvPr>
          <p:cNvGraphicFramePr>
            <a:graphicFrameLocks noGrp="1"/>
          </p:cNvGraphicFramePr>
          <p:nvPr>
            <p:extLst>
              <p:ext uri="{D42A27DB-BD31-4B8C-83A1-F6EECF244321}">
                <p14:modId xmlns:p14="http://schemas.microsoft.com/office/powerpoint/2010/main" val="1712998930"/>
              </p:ext>
            </p:extLst>
          </p:nvPr>
        </p:nvGraphicFramePr>
        <p:xfrm>
          <a:off x="317180" y="973262"/>
          <a:ext cx="8509639" cy="2173372"/>
        </p:xfrm>
        <a:graphic>
          <a:graphicData uri="http://schemas.openxmlformats.org/drawingml/2006/table">
            <a:tbl>
              <a:tblPr firstRow="1" firstCol="1" bandRow="1">
                <a:tableStyleId>{9D7B26C5-4107-4FEC-AEDC-1716B250A1EF}</a:tableStyleId>
              </a:tblPr>
              <a:tblGrid>
                <a:gridCol w="832704">
                  <a:extLst>
                    <a:ext uri="{9D8B030D-6E8A-4147-A177-3AD203B41FA5}">
                      <a16:colId xmlns:a16="http://schemas.microsoft.com/office/drawing/2014/main" val="1131561941"/>
                    </a:ext>
                  </a:extLst>
                </a:gridCol>
                <a:gridCol w="3795097">
                  <a:extLst>
                    <a:ext uri="{9D8B030D-6E8A-4147-A177-3AD203B41FA5}">
                      <a16:colId xmlns:a16="http://schemas.microsoft.com/office/drawing/2014/main" val="2169674154"/>
                    </a:ext>
                  </a:extLst>
                </a:gridCol>
                <a:gridCol w="3881838">
                  <a:extLst>
                    <a:ext uri="{9D8B030D-6E8A-4147-A177-3AD203B41FA5}">
                      <a16:colId xmlns:a16="http://schemas.microsoft.com/office/drawing/2014/main" val="2808038229"/>
                    </a:ext>
                  </a:extLst>
                </a:gridCol>
              </a:tblGrid>
              <a:tr h="329831">
                <a:tc>
                  <a:txBody>
                    <a:bodyPr/>
                    <a:lstStyle/>
                    <a:p>
                      <a:pPr marL="228600" algn="l" fontAlgn="t">
                        <a:lnSpc>
                          <a:spcPct val="100000"/>
                        </a:lnSpc>
                        <a:buNone/>
                      </a:pPr>
                      <a:r>
                        <a:rPr lang="en-IN" sz="1400" b="1"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No</a:t>
                      </a:r>
                      <a:endParaRPr lang="en-IN" sz="1400" b="1"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solidFill>
                      <a:srgbClr val="CCFFCC"/>
                    </a:solidFill>
                  </a:tcPr>
                </a:tc>
                <a:tc>
                  <a:txBody>
                    <a:bodyPr/>
                    <a:lstStyle/>
                    <a:p>
                      <a:pPr marL="228600" algn="l" fontAlgn="t">
                        <a:lnSpc>
                          <a:spcPct val="100000"/>
                        </a:lnSpc>
                        <a:buNone/>
                      </a:pPr>
                      <a:r>
                        <a:rPr lang="en-IN" sz="1400" b="1"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Stakeholders</a:t>
                      </a:r>
                      <a:endParaRPr lang="en-IN" sz="1400" b="1"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solidFill>
                      <a:srgbClr val="CCFFCC"/>
                    </a:solidFill>
                  </a:tcPr>
                </a:tc>
                <a:tc>
                  <a:txBody>
                    <a:bodyPr/>
                    <a:lstStyle/>
                    <a:p>
                      <a:pPr marL="228600" algn="l" fontAlgn="t">
                        <a:lnSpc>
                          <a:spcPct val="100000"/>
                        </a:lnSpc>
                        <a:buNone/>
                      </a:pPr>
                      <a:r>
                        <a:rPr lang="en-IN" sz="1400" b="1"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Motivation</a:t>
                      </a:r>
                      <a:endParaRPr lang="en-IN" sz="1400" b="1"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solidFill>
                      <a:srgbClr val="CCFFCC"/>
                    </a:solidFill>
                  </a:tcPr>
                </a:tc>
                <a:extLst>
                  <a:ext uri="{0D108BD9-81ED-4DB2-BD59-A6C34878D82A}">
                    <a16:rowId xmlns:a16="http://schemas.microsoft.com/office/drawing/2014/main" val="2430365068"/>
                  </a:ext>
                </a:extLst>
              </a:tr>
              <a:tr h="518619">
                <a:tc>
                  <a:txBody>
                    <a:bodyPr/>
                    <a:lstStyle/>
                    <a:p>
                      <a:pPr marL="0" algn="ctr" fontAlgn="t">
                        <a:lnSpc>
                          <a:spcPct val="100000"/>
                        </a:lnSpc>
                        <a:buNone/>
                      </a:pPr>
                      <a:r>
                        <a:rPr lang="en-IN" sz="1200" b="1"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1</a:t>
                      </a:r>
                      <a:endParaRPr lang="en-IN" sz="12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solidFill>
                      <a:schemeClr val="bg1">
                        <a:lumMod val="95000"/>
                        <a:alpha val="20000"/>
                      </a:schemeClr>
                    </a:solidFill>
                  </a:tcPr>
                </a:tc>
                <a:tc>
                  <a:txBody>
                    <a:bodyPr/>
                    <a:lstStyle/>
                    <a:p>
                      <a:r>
                        <a:rPr lang="en-IN" sz="1100" b="1"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Hospital Administrators / Healthcare Executives - </a:t>
                      </a:r>
                      <a:r>
                        <a:rPr lang="en-IN" sz="11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Responsible for readmission rates, cost control, compliance (CMS penalties). </a:t>
                      </a:r>
                    </a:p>
                  </a:txBody>
                  <a:tcPr marL="36000" marR="36000" marT="36000" marB="36000" anchor="ctr">
                    <a:solidFill>
                      <a:schemeClr val="bg1">
                        <a:lumMod val="95000"/>
                        <a:alpha val="20000"/>
                      </a:schemeClr>
                    </a:solidFill>
                  </a:tcPr>
                </a:tc>
                <a:tc>
                  <a:txBody>
                    <a:bodyPr/>
                    <a:lstStyle/>
                    <a:p>
                      <a:pPr marL="0" algn="l" fontAlgn="t">
                        <a:lnSpc>
                          <a:spcPct val="100000"/>
                        </a:lnSpc>
                        <a:buNone/>
                      </a:pPr>
                      <a:r>
                        <a:rPr lang="en-IN" sz="11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They care as AI models influence  patient prioritization and resource allocation </a:t>
                      </a:r>
                      <a:endParaRPr lang="en-IN" sz="11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108000" marR="36000" marT="36000" marB="36000" anchor="ctr">
                    <a:solidFill>
                      <a:schemeClr val="bg1">
                        <a:lumMod val="95000"/>
                        <a:alpha val="20000"/>
                      </a:schemeClr>
                    </a:solidFill>
                  </a:tcPr>
                </a:tc>
                <a:extLst>
                  <a:ext uri="{0D108BD9-81ED-4DB2-BD59-A6C34878D82A}">
                    <a16:rowId xmlns:a16="http://schemas.microsoft.com/office/drawing/2014/main" val="593257773"/>
                  </a:ext>
                </a:extLst>
              </a:tr>
              <a:tr h="510362">
                <a:tc>
                  <a:txBody>
                    <a:bodyPr/>
                    <a:lstStyle/>
                    <a:p>
                      <a:pPr marL="0" algn="ctr" fontAlgn="t">
                        <a:lnSpc>
                          <a:spcPct val="100000"/>
                        </a:lnSpc>
                        <a:buNone/>
                      </a:pPr>
                      <a:r>
                        <a:rPr lang="en-IN" sz="1200" b="1"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2</a:t>
                      </a:r>
                      <a:endParaRPr lang="en-IN" sz="12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tc>
                  <a:txBody>
                    <a:bodyPr/>
                    <a:lstStyle/>
                    <a:p>
                      <a:r>
                        <a:rPr lang="en-IN" sz="1100" b="1"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Clinical Operations Managers - </a:t>
                      </a:r>
                      <a:r>
                        <a:rPr lang="en-IN" sz="11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Manage: discharge planning, care coordination. </a:t>
                      </a:r>
                    </a:p>
                  </a:txBody>
                  <a:tcPr marL="36000" marR="36000" marT="36000" marB="36000" anchor="ctr"/>
                </a:tc>
                <a:tc>
                  <a:txBody>
                    <a:bodyPr/>
                    <a:lstStyle/>
                    <a:p>
                      <a:pPr marL="0" algn="l" fontAlgn="t">
                        <a:lnSpc>
                          <a:spcPct val="100000"/>
                        </a:lnSpc>
                        <a:buNone/>
                      </a:pPr>
                      <a:r>
                        <a:rPr lang="en-IN" sz="11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They care if model is biased: some patients may not receive follow-up care </a:t>
                      </a:r>
                      <a:endParaRPr lang="en-IN" sz="11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108000" marR="36000" marT="36000" marB="36000" anchor="ctr"/>
                </a:tc>
                <a:extLst>
                  <a:ext uri="{0D108BD9-81ED-4DB2-BD59-A6C34878D82A}">
                    <a16:rowId xmlns:a16="http://schemas.microsoft.com/office/drawing/2014/main" val="1697979906"/>
                  </a:ext>
                </a:extLst>
              </a:tr>
              <a:tr h="329831">
                <a:tc>
                  <a:txBody>
                    <a:bodyPr/>
                    <a:lstStyle/>
                    <a:p>
                      <a:pPr marL="0" algn="ctr" fontAlgn="t">
                        <a:lnSpc>
                          <a:spcPct val="100000"/>
                        </a:lnSpc>
                        <a:buNone/>
                      </a:pPr>
                      <a:r>
                        <a:rPr lang="en-IN" sz="1200" b="1"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3</a:t>
                      </a:r>
                      <a:endParaRPr lang="en-IN" sz="12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solidFill>
                      <a:schemeClr val="bg1">
                        <a:alpha val="20000"/>
                      </a:schemeClr>
                    </a:solidFill>
                  </a:tcPr>
                </a:tc>
                <a:tc>
                  <a:txBody>
                    <a:bodyPr/>
                    <a:lstStyle/>
                    <a:p>
                      <a:r>
                        <a:rPr lang="en-IN" sz="1100" b="1"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Healthcare Data &amp; Analytics Teams - </a:t>
                      </a:r>
                      <a:r>
                        <a:rPr lang="en-IN" sz="11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Build and deploy predictive models. </a:t>
                      </a:r>
                    </a:p>
                  </a:txBody>
                  <a:tcPr marL="36000" marR="36000" marT="36000" marB="36000" anchor="ctr">
                    <a:solidFill>
                      <a:schemeClr val="bg1">
                        <a:alpha val="20000"/>
                      </a:schemeClr>
                    </a:solidFill>
                  </a:tcPr>
                </a:tc>
                <a:tc>
                  <a:txBody>
                    <a:bodyPr/>
                    <a:lstStyle/>
                    <a:p>
                      <a:pPr marL="0" algn="l" fontAlgn="t">
                        <a:lnSpc>
                          <a:spcPct val="100000"/>
                        </a:lnSpc>
                        <a:buNone/>
                      </a:pPr>
                      <a:r>
                        <a:rPr lang="en-IN" sz="11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They care as they need to ensure models are fair and reliable </a:t>
                      </a:r>
                      <a:endParaRPr lang="en-IN" sz="11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108000" marR="36000" marT="36000" marB="36000" anchor="ctr">
                    <a:solidFill>
                      <a:schemeClr val="bg1">
                        <a:alpha val="20000"/>
                      </a:schemeClr>
                    </a:solidFill>
                  </a:tcPr>
                </a:tc>
                <a:extLst>
                  <a:ext uri="{0D108BD9-81ED-4DB2-BD59-A6C34878D82A}">
                    <a16:rowId xmlns:a16="http://schemas.microsoft.com/office/drawing/2014/main" val="3002408991"/>
                  </a:ext>
                </a:extLst>
              </a:tr>
              <a:tr h="283377">
                <a:tc>
                  <a:txBody>
                    <a:bodyPr/>
                    <a:lstStyle/>
                    <a:p>
                      <a:pPr marL="0" algn="ctr" fontAlgn="t">
                        <a:lnSpc>
                          <a:spcPct val="100000"/>
                        </a:lnSpc>
                        <a:buNone/>
                      </a:pPr>
                      <a:r>
                        <a:rPr lang="en-IN" sz="1200" b="1"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4</a:t>
                      </a:r>
                      <a:endParaRPr lang="en-IN" sz="12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tc>
                  <a:txBody>
                    <a:bodyPr/>
                    <a:lstStyle/>
                    <a:p>
                      <a:r>
                        <a:rPr lang="en-IN" sz="1100" b="1"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Policy Makers / Regulators (Secondary) - </a:t>
                      </a:r>
                      <a:r>
                        <a:rPr lang="en-IN" sz="11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Example: CMS (US healthcare system</a:t>
                      </a:r>
                    </a:p>
                  </a:txBody>
                  <a:tcPr marL="36000" marR="36000" marT="36000" marB="36000" anchor="ctr"/>
                </a:tc>
                <a:tc>
                  <a:txBody>
                    <a:bodyPr/>
                    <a:lstStyle/>
                    <a:p>
                      <a:pPr marL="0" algn="l" fontAlgn="t">
                        <a:lnSpc>
                          <a:spcPct val="100000"/>
                        </a:lnSpc>
                        <a:buNone/>
                      </a:pPr>
                      <a:r>
                        <a:rPr lang="en-IN" sz="11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The are concerned with fairness, equity </a:t>
                      </a:r>
                      <a:endParaRPr lang="en-IN" sz="11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108000" marR="36000" marT="36000" marB="36000" anchor="ctr"/>
                </a:tc>
                <a:extLst>
                  <a:ext uri="{0D108BD9-81ED-4DB2-BD59-A6C34878D82A}">
                    <a16:rowId xmlns:a16="http://schemas.microsoft.com/office/drawing/2014/main" val="2705606246"/>
                  </a:ext>
                </a:extLst>
              </a:tr>
            </a:tbl>
          </a:graphicData>
        </a:graphic>
      </p:graphicFrame>
      <p:sp>
        <p:nvSpPr>
          <p:cNvPr id="4" name="TextBox 3">
            <a:extLst>
              <a:ext uri="{FF2B5EF4-FFF2-40B4-BE49-F238E27FC236}">
                <a16:creationId xmlns:a16="http://schemas.microsoft.com/office/drawing/2014/main" id="{C3E7CDF0-2122-1254-36E6-7381E01535B3}"/>
              </a:ext>
            </a:extLst>
          </p:cNvPr>
          <p:cNvSpPr txBox="1"/>
          <p:nvPr/>
        </p:nvSpPr>
        <p:spPr>
          <a:xfrm>
            <a:off x="317180" y="3239305"/>
            <a:ext cx="8509639" cy="1785104"/>
          </a:xfrm>
          <a:prstGeom prst="rect">
            <a:avLst/>
          </a:prstGeom>
          <a:noFill/>
        </p:spPr>
        <p:txBody>
          <a:bodyPr wrap="square">
            <a:spAutoFit/>
          </a:bodyPr>
          <a:lstStyle/>
          <a:p>
            <a:pPr algn="ctr">
              <a:spcAft>
                <a:spcPts val="1200"/>
              </a:spcAft>
            </a:pPr>
            <a:r>
              <a:rPr lang="en-IN" sz="1200" b="1" dirty="0">
                <a:effectLst/>
                <a:latin typeface="Calibri" panose="020F0502020204030204" pitchFamily="34" charset="0"/>
                <a:ea typeface="Calibri" panose="020F0502020204030204" pitchFamily="34" charset="0"/>
                <a:cs typeface="Calibri" panose="020F0502020204030204" pitchFamily="34" charset="0"/>
              </a:rPr>
              <a:t>Applications</a:t>
            </a:r>
          </a:p>
          <a:p>
            <a:pPr marL="228600" indent="-228600" algn="just">
              <a:buFont typeface="+mj-lt"/>
              <a:buAutoNum type="arabicPeriod"/>
            </a:pPr>
            <a:r>
              <a:rPr lang="en-IN" sz="1100" b="1" dirty="0">
                <a:effectLst/>
                <a:latin typeface="Calibri" panose="020F0502020204030204" pitchFamily="34" charset="0"/>
                <a:ea typeface="Calibri" panose="020F0502020204030204" pitchFamily="34" charset="0"/>
                <a:cs typeface="Calibri" panose="020F0502020204030204" pitchFamily="34" charset="0"/>
              </a:rPr>
              <a:t>Readmission Risk Prediction Systems : </a:t>
            </a:r>
            <a:r>
              <a:rPr lang="en-IN" sz="1100" dirty="0">
                <a:effectLst/>
                <a:latin typeface="Calibri" panose="020F0502020204030204" pitchFamily="34" charset="0"/>
                <a:ea typeface="Calibri" panose="020F0502020204030204" pitchFamily="34" charset="0"/>
                <a:cs typeface="Calibri" panose="020F0502020204030204" pitchFamily="34" charset="0"/>
              </a:rPr>
              <a:t>Hospitals use models to identify high-risk patients and allocate follow-up care. This study helps ensure: these systems are fair across groups </a:t>
            </a:r>
          </a:p>
          <a:p>
            <a:pPr marL="228600" indent="-228600" algn="just">
              <a:buFont typeface="+mj-lt"/>
              <a:buAutoNum type="arabicPeriod"/>
            </a:pPr>
            <a:r>
              <a:rPr lang="en-IN" sz="1100" b="1" dirty="0">
                <a:effectLst/>
                <a:latin typeface="Calibri" panose="020F0502020204030204" pitchFamily="34" charset="0"/>
                <a:ea typeface="Calibri" panose="020F0502020204030204" pitchFamily="34" charset="0"/>
                <a:cs typeface="Calibri" panose="020F0502020204030204" pitchFamily="34" charset="0"/>
              </a:rPr>
              <a:t>Fairness Audits of AI Systems : </a:t>
            </a:r>
            <a:r>
              <a:rPr lang="en-IN" sz="1100" dirty="0">
                <a:effectLst/>
                <a:latin typeface="Calibri" panose="020F0502020204030204" pitchFamily="34" charset="0"/>
                <a:ea typeface="Calibri" panose="020F0502020204030204" pitchFamily="34" charset="0"/>
                <a:cs typeface="Calibri" panose="020F0502020204030204" pitchFamily="34" charset="0"/>
              </a:rPr>
              <a:t>Hospitals can audit models before deployment and detect bias This framework becomes: a bias evaluation template </a:t>
            </a:r>
          </a:p>
          <a:p>
            <a:pPr marL="228600" indent="-228600" algn="just">
              <a:buFont typeface="+mj-lt"/>
              <a:buAutoNum type="arabicPeriod"/>
            </a:pPr>
            <a:r>
              <a:rPr lang="en-IN" sz="1100" b="1" dirty="0">
                <a:effectLst/>
                <a:latin typeface="Calibri" panose="020F0502020204030204" pitchFamily="34" charset="0"/>
                <a:ea typeface="Calibri" panose="020F0502020204030204" pitchFamily="34" charset="0"/>
                <a:cs typeface="Calibri" panose="020F0502020204030204" pitchFamily="34" charset="0"/>
              </a:rPr>
              <a:t>Resource Allocation Decisions : </a:t>
            </a:r>
            <a:r>
              <a:rPr lang="en-IN" sz="1100" dirty="0">
                <a:effectLst/>
                <a:latin typeface="Calibri" panose="020F0502020204030204" pitchFamily="34" charset="0"/>
                <a:ea typeface="Calibri" panose="020F0502020204030204" pitchFamily="34" charset="0"/>
                <a:cs typeface="Calibri" panose="020F0502020204030204" pitchFamily="34" charset="0"/>
              </a:rPr>
              <a:t>Care managers decide: who gets intervention and who gets follow-up. Bias could lead to: unequal allocation. This study helps: make allocation equitable </a:t>
            </a:r>
          </a:p>
          <a:p>
            <a:pPr marL="228600" indent="-228600" algn="just">
              <a:buFont typeface="+mj-lt"/>
              <a:buAutoNum type="arabicPeriod"/>
            </a:pPr>
            <a:r>
              <a:rPr lang="en-IN" sz="1100" b="1" dirty="0">
                <a:effectLst/>
                <a:latin typeface="Calibri" panose="020F0502020204030204" pitchFamily="34" charset="0"/>
                <a:ea typeface="Calibri" panose="020F0502020204030204" pitchFamily="34" charset="0"/>
                <a:cs typeface="Calibri" panose="020F0502020204030204" pitchFamily="34" charset="0"/>
              </a:rPr>
              <a:t>Regulatory &amp; Compliance Readiness : </a:t>
            </a:r>
            <a:r>
              <a:rPr lang="en-IN" sz="1100" dirty="0">
                <a:effectLst/>
                <a:latin typeface="Calibri" panose="020F0502020204030204" pitchFamily="34" charset="0"/>
                <a:ea typeface="Calibri" panose="020F0502020204030204" pitchFamily="34" charset="0"/>
                <a:cs typeface="Calibri" panose="020F0502020204030204" pitchFamily="34" charset="0"/>
              </a:rPr>
              <a:t>Healthcare increasingly requires: explainability and fairness. This  study supports: compliance with ethical AI guidelines</a:t>
            </a:r>
          </a:p>
        </p:txBody>
      </p:sp>
    </p:spTree>
    <p:extLst>
      <p:ext uri="{BB962C8B-B14F-4D97-AF65-F5344CB8AC3E}">
        <p14:creationId xmlns:p14="http://schemas.microsoft.com/office/powerpoint/2010/main" val="38346120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7">
          <a:extLst>
            <a:ext uri="{FF2B5EF4-FFF2-40B4-BE49-F238E27FC236}">
              <a16:creationId xmlns:a16="http://schemas.microsoft.com/office/drawing/2014/main" id="{4D9B1AFA-DA7E-7B4A-31FF-1B5FBEA8F1E7}"/>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C2EEAD44-30ED-055A-4E69-7E51A38C2DB9}"/>
              </a:ext>
            </a:extLst>
          </p:cNvPr>
          <p:cNvSpPr>
            <a:spLocks noGrp="1"/>
          </p:cNvSpPr>
          <p:nvPr>
            <p:ph type="title"/>
          </p:nvPr>
        </p:nvSpPr>
        <p:spPr>
          <a:xfrm>
            <a:off x="201972" y="288368"/>
            <a:ext cx="8520600" cy="572700"/>
          </a:xfrm>
        </p:spPr>
        <p:txBody>
          <a:bodyPr wrap="square" anchor="ctr">
            <a:normAutofit fontScale="90000"/>
          </a:bodyPr>
          <a:lstStyle/>
          <a:p>
            <a:pPr>
              <a:buClr>
                <a:srgbClr val="434343"/>
              </a:buClr>
              <a:buSzPts val="2200"/>
            </a:pPr>
            <a:r>
              <a:rPr lang="en-IN" sz="2800" dirty="0">
                <a:solidFill>
                  <a:srgbClr val="434343"/>
                </a:solidFill>
                <a:latin typeface="Calibri" panose="020F0502020204030204" pitchFamily="34" charset="0"/>
                <a:ea typeface="Calibri" panose="020F0502020204030204" pitchFamily="34" charset="0"/>
                <a:cs typeface="Calibri" panose="020F0502020204030204" pitchFamily="34" charset="0"/>
              </a:rPr>
              <a:t>Recommendations</a:t>
            </a:r>
          </a:p>
        </p:txBody>
      </p:sp>
      <p:graphicFrame>
        <p:nvGraphicFramePr>
          <p:cNvPr id="2" name="Table 1">
            <a:extLst>
              <a:ext uri="{FF2B5EF4-FFF2-40B4-BE49-F238E27FC236}">
                <a16:creationId xmlns:a16="http://schemas.microsoft.com/office/drawing/2014/main" id="{5C3D2768-E5DB-8FB2-9210-F7C22DF63859}"/>
              </a:ext>
            </a:extLst>
          </p:cNvPr>
          <p:cNvGraphicFramePr>
            <a:graphicFrameLocks noGrp="1"/>
          </p:cNvGraphicFramePr>
          <p:nvPr>
            <p:extLst>
              <p:ext uri="{D42A27DB-BD31-4B8C-83A1-F6EECF244321}">
                <p14:modId xmlns:p14="http://schemas.microsoft.com/office/powerpoint/2010/main" val="2697907619"/>
              </p:ext>
            </p:extLst>
          </p:nvPr>
        </p:nvGraphicFramePr>
        <p:xfrm>
          <a:off x="317180" y="861068"/>
          <a:ext cx="8509639" cy="3937759"/>
        </p:xfrm>
        <a:graphic>
          <a:graphicData uri="http://schemas.openxmlformats.org/drawingml/2006/table">
            <a:tbl>
              <a:tblPr firstRow="1" firstCol="1" bandRow="1">
                <a:tableStyleId>{9D7B26C5-4107-4FEC-AEDC-1716B250A1EF}</a:tableStyleId>
              </a:tblPr>
              <a:tblGrid>
                <a:gridCol w="832704">
                  <a:extLst>
                    <a:ext uri="{9D8B030D-6E8A-4147-A177-3AD203B41FA5}">
                      <a16:colId xmlns:a16="http://schemas.microsoft.com/office/drawing/2014/main" val="1131561941"/>
                    </a:ext>
                  </a:extLst>
                </a:gridCol>
                <a:gridCol w="1869763">
                  <a:extLst>
                    <a:ext uri="{9D8B030D-6E8A-4147-A177-3AD203B41FA5}">
                      <a16:colId xmlns:a16="http://schemas.microsoft.com/office/drawing/2014/main" val="2169674154"/>
                    </a:ext>
                  </a:extLst>
                </a:gridCol>
                <a:gridCol w="5807172">
                  <a:extLst>
                    <a:ext uri="{9D8B030D-6E8A-4147-A177-3AD203B41FA5}">
                      <a16:colId xmlns:a16="http://schemas.microsoft.com/office/drawing/2014/main" val="2808038229"/>
                    </a:ext>
                  </a:extLst>
                </a:gridCol>
              </a:tblGrid>
              <a:tr h="336723">
                <a:tc>
                  <a:txBody>
                    <a:bodyPr/>
                    <a:lstStyle/>
                    <a:p>
                      <a:pPr marL="228600" algn="l" fontAlgn="t">
                        <a:lnSpc>
                          <a:spcPct val="100000"/>
                        </a:lnSpc>
                        <a:buNone/>
                      </a:pPr>
                      <a:r>
                        <a:rPr lang="en-IN" sz="1400" b="1"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No</a:t>
                      </a:r>
                      <a:endParaRPr lang="en-IN" sz="1400" b="1"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solidFill>
                      <a:schemeClr val="accent2">
                        <a:lumMod val="20000"/>
                        <a:lumOff val="80000"/>
                      </a:schemeClr>
                    </a:solidFill>
                  </a:tcPr>
                </a:tc>
                <a:tc>
                  <a:txBody>
                    <a:bodyPr/>
                    <a:lstStyle/>
                    <a:p>
                      <a:pPr marL="228600" algn="l" fontAlgn="t">
                        <a:lnSpc>
                          <a:spcPct val="100000"/>
                        </a:lnSpc>
                        <a:buNone/>
                      </a:pPr>
                      <a:r>
                        <a:rPr lang="en-IN" sz="1400" b="1"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Result</a:t>
                      </a:r>
                      <a:endParaRPr lang="en-IN" sz="1400" b="1"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solidFill>
                      <a:schemeClr val="accent2">
                        <a:lumMod val="20000"/>
                        <a:lumOff val="80000"/>
                      </a:schemeClr>
                    </a:solidFill>
                  </a:tcPr>
                </a:tc>
                <a:tc>
                  <a:txBody>
                    <a:bodyPr/>
                    <a:lstStyle/>
                    <a:p>
                      <a:pPr marL="228600" algn="l" fontAlgn="t">
                        <a:lnSpc>
                          <a:spcPct val="100000"/>
                        </a:lnSpc>
                        <a:buNone/>
                      </a:pPr>
                      <a:r>
                        <a:rPr lang="en-IN" sz="1400" b="1"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Motivation</a:t>
                      </a:r>
                      <a:endParaRPr lang="en-IN" sz="1400" b="1"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solidFill>
                      <a:schemeClr val="accent2">
                        <a:lumMod val="20000"/>
                        <a:lumOff val="80000"/>
                      </a:schemeClr>
                    </a:solidFill>
                  </a:tcPr>
                </a:tc>
                <a:extLst>
                  <a:ext uri="{0D108BD9-81ED-4DB2-BD59-A6C34878D82A}">
                    <a16:rowId xmlns:a16="http://schemas.microsoft.com/office/drawing/2014/main" val="2430365068"/>
                  </a:ext>
                </a:extLst>
              </a:tr>
              <a:tr h="1784934">
                <a:tc>
                  <a:txBody>
                    <a:bodyPr/>
                    <a:lstStyle/>
                    <a:p>
                      <a:pPr marL="0" algn="ctr" fontAlgn="t">
                        <a:lnSpc>
                          <a:spcPct val="100000"/>
                        </a:lnSpc>
                        <a:buNone/>
                      </a:pPr>
                      <a:r>
                        <a:rPr lang="en-IN" sz="1200" b="1"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1</a:t>
                      </a:r>
                      <a:endParaRPr lang="en-IN" sz="12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solidFill>
                      <a:schemeClr val="bg1">
                        <a:lumMod val="95000"/>
                        <a:alpha val="20000"/>
                      </a:schemeClr>
                    </a:solidFill>
                  </a:tcPr>
                </a:tc>
                <a:tc>
                  <a:txBody>
                    <a:bodyPr/>
                    <a:lstStyle/>
                    <a:p>
                      <a:r>
                        <a:rPr lang="en-IN" sz="1100" b="1"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If Bias is detected</a:t>
                      </a:r>
                      <a:endParaRPr lang="en-IN" sz="11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endParaRPr>
                    </a:p>
                  </a:txBody>
                  <a:tcPr marL="36000" marR="36000" marT="36000" marB="36000" anchor="ctr">
                    <a:solidFill>
                      <a:schemeClr val="bg1">
                        <a:lumMod val="95000"/>
                        <a:alpha val="20000"/>
                      </a:schemeClr>
                    </a:solidFill>
                  </a:tcPr>
                </a:tc>
                <a:tc>
                  <a:txBody>
                    <a:bodyPr/>
                    <a:lstStyle/>
                    <a:p>
                      <a:r>
                        <a:rPr lang="en-IN" sz="1100" b="1"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Recommendation 1: Implement bias monitoring</a:t>
                      </a:r>
                      <a:endParaRPr lang="en-IN" sz="11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endParaRPr>
                    </a:p>
                    <a:p>
                      <a:r>
                        <a:rPr lang="en-IN" sz="11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Healthcare organizations should routinely evaluate predictive models for disparities across demographic groups before and after deployment.</a:t>
                      </a:r>
                    </a:p>
                    <a:p>
                      <a:r>
                        <a:rPr lang="en-IN" sz="1100" b="1"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Recommendation 2: Use fairness-aware modelling</a:t>
                      </a:r>
                      <a:endParaRPr lang="en-IN" sz="11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endParaRPr>
                    </a:p>
                    <a:p>
                      <a:pPr lvl="0"/>
                      <a:r>
                        <a:rPr lang="en-IN" sz="11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Apply: class balancing and reweighting </a:t>
                      </a:r>
                    </a:p>
                    <a:p>
                      <a:r>
                        <a:rPr lang="en-IN" sz="1100" b="1"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Recommendation 3: Include fairness metrics in evaluation</a:t>
                      </a:r>
                      <a:endParaRPr lang="en-IN" sz="11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endParaRPr>
                    </a:p>
                    <a:p>
                      <a:r>
                        <a:rPr lang="en-IN" sz="11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Model evaluation should extend beyond accuracy to include fairness metrics such as false negative rate across demographic groups.</a:t>
                      </a:r>
                    </a:p>
                    <a:p>
                      <a:r>
                        <a:rPr lang="en-IN" sz="1100" b="1"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Recommendation 4: Human-in-the-loop decision making</a:t>
                      </a:r>
                      <a:endParaRPr lang="en-IN" sz="11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endParaRPr>
                    </a:p>
                    <a:p>
                      <a:r>
                        <a:rPr lang="en-IN" sz="11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AI predictions should be supplemented with clinical judgment, particularly for high-risk decisions.</a:t>
                      </a:r>
                    </a:p>
                  </a:txBody>
                  <a:tcPr marL="108000" marR="36000" marT="36000" marB="36000" anchor="ctr">
                    <a:solidFill>
                      <a:schemeClr val="bg1">
                        <a:lumMod val="95000"/>
                        <a:alpha val="20000"/>
                      </a:schemeClr>
                    </a:solidFill>
                  </a:tcPr>
                </a:tc>
                <a:extLst>
                  <a:ext uri="{0D108BD9-81ED-4DB2-BD59-A6C34878D82A}">
                    <a16:rowId xmlns:a16="http://schemas.microsoft.com/office/drawing/2014/main" val="593257773"/>
                  </a:ext>
                </a:extLst>
              </a:tr>
              <a:tr h="749029">
                <a:tc>
                  <a:txBody>
                    <a:bodyPr/>
                    <a:lstStyle/>
                    <a:p>
                      <a:pPr marL="0" algn="ctr" fontAlgn="t">
                        <a:lnSpc>
                          <a:spcPct val="100000"/>
                        </a:lnSpc>
                        <a:buNone/>
                      </a:pPr>
                      <a:r>
                        <a:rPr lang="en-IN" sz="1200" b="1"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2</a:t>
                      </a:r>
                      <a:endParaRPr lang="en-IN" sz="12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tc>
                  <a:txBody>
                    <a:bodyPr/>
                    <a:lstStyle/>
                    <a:p>
                      <a:r>
                        <a:rPr lang="en-IN" sz="1100" b="1"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If Bias is not detected</a:t>
                      </a:r>
                      <a:endParaRPr lang="en-IN" sz="11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endParaRPr>
                    </a:p>
                  </a:txBody>
                  <a:tcPr marL="36000" marR="36000" marT="36000" marB="36000" anchor="ctr"/>
                </a:tc>
                <a:tc>
                  <a:txBody>
                    <a:bodyPr/>
                    <a:lstStyle/>
                    <a:p>
                      <a:pPr marL="0" algn="l" fontAlgn="t">
                        <a:lnSpc>
                          <a:spcPct val="100000"/>
                        </a:lnSpc>
                        <a:buNone/>
                      </a:pPr>
                      <a:r>
                        <a:rPr lang="en-US" sz="11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This is still valuable. Organizations should continue monitoring fairness to ensure sustained equitable performance over time</a:t>
                      </a:r>
                      <a:endParaRPr lang="en-IN" sz="11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108000" marR="36000" marT="36000" marB="36000" anchor="ctr"/>
                </a:tc>
                <a:extLst>
                  <a:ext uri="{0D108BD9-81ED-4DB2-BD59-A6C34878D82A}">
                    <a16:rowId xmlns:a16="http://schemas.microsoft.com/office/drawing/2014/main" val="1697979906"/>
                  </a:ext>
                </a:extLst>
              </a:tr>
              <a:tr h="651283">
                <a:tc>
                  <a:txBody>
                    <a:bodyPr/>
                    <a:lstStyle/>
                    <a:p>
                      <a:pPr marL="0" algn="ctr" fontAlgn="t">
                        <a:lnSpc>
                          <a:spcPct val="100000"/>
                        </a:lnSpc>
                        <a:buNone/>
                      </a:pPr>
                      <a:r>
                        <a:rPr lang="en-IN" sz="12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3</a:t>
                      </a:r>
                    </a:p>
                  </a:txBody>
                  <a:tcPr marL="36000" marR="36000" marT="36000" marB="36000" anchor="ctr">
                    <a:solidFill>
                      <a:schemeClr val="bg1">
                        <a:alpha val="20000"/>
                      </a:schemeClr>
                    </a:solidFill>
                  </a:tcPr>
                </a:tc>
                <a:tc>
                  <a:txBody>
                    <a:bodyPr/>
                    <a:lstStyle/>
                    <a:p>
                      <a:r>
                        <a:rPr lang="en-IN" sz="1100" b="1"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If Mitigation works</a:t>
                      </a:r>
                    </a:p>
                  </a:txBody>
                  <a:tcPr marL="36000" marR="36000" marT="36000" marB="36000" anchor="ctr">
                    <a:solidFill>
                      <a:schemeClr val="bg1">
                        <a:alpha val="20000"/>
                      </a:schemeClr>
                    </a:solidFill>
                  </a:tcPr>
                </a:tc>
                <a:tc>
                  <a:txBody>
                    <a:bodyPr/>
                    <a:lstStyle/>
                    <a:p>
                      <a:pPr marL="0" algn="l" fontAlgn="t">
                        <a:lnSpc>
                          <a:spcPct val="100000"/>
                        </a:lnSpc>
                        <a:buNone/>
                      </a:pPr>
                      <a:r>
                        <a:rPr lang="en-US" sz="11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Bias mitigation techniques should be incorporated into model development pipelines to improve equity without compromising predictive performance.</a:t>
                      </a:r>
                      <a:endParaRPr lang="en-IN" sz="11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108000" marR="36000" marT="36000" marB="36000" anchor="ctr">
                    <a:solidFill>
                      <a:schemeClr val="bg1">
                        <a:alpha val="20000"/>
                      </a:schemeClr>
                    </a:solidFill>
                  </a:tcPr>
                </a:tc>
                <a:extLst>
                  <a:ext uri="{0D108BD9-81ED-4DB2-BD59-A6C34878D82A}">
                    <a16:rowId xmlns:a16="http://schemas.microsoft.com/office/drawing/2014/main" val="261234682"/>
                  </a:ext>
                </a:extLst>
              </a:tr>
              <a:tr h="415790">
                <a:tc>
                  <a:txBody>
                    <a:bodyPr/>
                    <a:lstStyle/>
                    <a:p>
                      <a:pPr marL="0" algn="ctr" fontAlgn="t">
                        <a:lnSpc>
                          <a:spcPct val="100000"/>
                        </a:lnSpc>
                        <a:buNone/>
                      </a:pPr>
                      <a:r>
                        <a:rPr lang="en-IN" sz="12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4</a:t>
                      </a:r>
                    </a:p>
                  </a:txBody>
                  <a:tcPr marL="36000" marR="36000" marT="36000" marB="36000" anchor="ctr"/>
                </a:tc>
                <a:tc>
                  <a:txBody>
                    <a:bodyPr/>
                    <a:lstStyle/>
                    <a:p>
                      <a:pPr marR="0" algn="l" rtl="0">
                        <a:lnSpc>
                          <a:spcPct val="100000"/>
                        </a:lnSpc>
                        <a:spcBef>
                          <a:spcPts val="0"/>
                        </a:spcBef>
                        <a:spcAft>
                          <a:spcPts val="0"/>
                        </a:spcAft>
                        <a:buClr>
                          <a:srgbClr val="000000"/>
                        </a:buClr>
                        <a:buFont typeface="Arial"/>
                      </a:pPr>
                      <a:r>
                        <a:rPr lang="en-IN" sz="1100" b="1"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If Trade-off Exists (Fairness vs Performance)</a:t>
                      </a:r>
                    </a:p>
                  </a:txBody>
                  <a:tcPr marL="36000" marR="36000" marT="36000" marB="36000" anchor="ctr"/>
                </a:tc>
                <a:tc>
                  <a:txBody>
                    <a:bodyPr/>
                    <a:lstStyle/>
                    <a:p>
                      <a:pPr marL="0" algn="l" fontAlgn="t">
                        <a:lnSpc>
                          <a:spcPct val="100000"/>
                        </a:lnSpc>
                        <a:buNone/>
                      </a:pPr>
                      <a:r>
                        <a:rPr lang="en-US" sz="11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Organizations should explicitly define acceptable trade-offs between fairness and predictive accuracy based on clinical priorities and ethical considerations.</a:t>
                      </a:r>
                      <a:endParaRPr lang="en-IN" sz="11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108000" marR="36000" marT="36000" marB="36000" anchor="ctr"/>
                </a:tc>
                <a:extLst>
                  <a:ext uri="{0D108BD9-81ED-4DB2-BD59-A6C34878D82A}">
                    <a16:rowId xmlns:a16="http://schemas.microsoft.com/office/drawing/2014/main" val="3859481386"/>
                  </a:ext>
                </a:extLst>
              </a:tr>
            </a:tbl>
          </a:graphicData>
        </a:graphic>
      </p:graphicFrame>
    </p:spTree>
    <p:extLst>
      <p:ext uri="{BB962C8B-B14F-4D97-AF65-F5344CB8AC3E}">
        <p14:creationId xmlns:p14="http://schemas.microsoft.com/office/powerpoint/2010/main" val="2763824697"/>
      </p:ext>
    </p:extLst>
  </p:cSld>
  <p:clrMapOvr>
    <a:overrideClrMapping bg1="lt1" tx1="dk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32"/>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p>
            <a:pPr marL="0" lvl="0" indent="0" algn="l" rtl="0">
              <a:lnSpc>
                <a:spcPct val="100000"/>
              </a:lnSpc>
              <a:spcBef>
                <a:spcPts val="0"/>
              </a:spcBef>
              <a:spcAft>
                <a:spcPts val="0"/>
              </a:spcAft>
              <a:buSzPts val="2200"/>
              <a:buNone/>
            </a:pPr>
            <a:endParaRPr/>
          </a:p>
        </p:txBody>
      </p:sp>
      <p:sp>
        <p:nvSpPr>
          <p:cNvPr id="162" name="Google Shape;162;p32"/>
          <p:cNvSpPr txBox="1">
            <a:spLocks noGrp="1"/>
          </p:cNvSpPr>
          <p:nvPr>
            <p:ph type="sldNum" idx="4294967295"/>
          </p:nvPr>
        </p:nvSpPr>
        <p:spPr>
          <a:xfrm>
            <a:off x="8556784" y="4749851"/>
            <a:ext cx="548700" cy="3936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800"/>
              <a:buNone/>
            </a:pPr>
            <a:fld id="{00000000-1234-1234-1234-123412341234}" type="slidenum">
              <a:rPr lang="en"/>
              <a:t>9</a:t>
            </a:fld>
            <a:endParaRPr/>
          </a:p>
        </p:txBody>
      </p:sp>
    </p:spTree>
  </p:cSld>
  <p:clrMapOvr>
    <a:masterClrMapping/>
  </p:clrMapOvr>
</p:sld>
</file>

<file path=ppt/theme/theme1.xml><?xml version="1.0" encoding="utf-8"?>
<a:theme xmlns:a="http://schemas.openxmlformats.org/drawingml/2006/main" name="Just Logo">
  <a:themeElements>
    <a:clrScheme name="Simple Light">
      <a:dk1>
        <a:srgbClr val="222222"/>
      </a:dk1>
      <a:lt1>
        <a:srgbClr val="FFFFFF"/>
      </a:lt1>
      <a:dk2>
        <a:srgbClr val="222222"/>
      </a:dk2>
      <a:lt2>
        <a:srgbClr val="0E39A9"/>
      </a:lt2>
      <a:accent1>
        <a:srgbClr val="FFAB40"/>
      </a:accent1>
      <a:accent2>
        <a:srgbClr val="6F4294"/>
      </a:accent2>
      <a:accent3>
        <a:srgbClr val="FFA000"/>
      </a:accent3>
      <a:accent4>
        <a:srgbClr val="FFAB40"/>
      </a:accent4>
      <a:accent5>
        <a:srgbClr val="FFDF00"/>
      </a:accent5>
      <a:accent6>
        <a:srgbClr val="1974D5"/>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Just Logo">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Simple Light">
    <a:dk1>
      <a:srgbClr val="222222"/>
    </a:dk1>
    <a:lt1>
      <a:srgbClr val="FFFFFF"/>
    </a:lt1>
    <a:dk2>
      <a:srgbClr val="222222"/>
    </a:dk2>
    <a:lt2>
      <a:srgbClr val="0E39A9"/>
    </a:lt2>
    <a:accent1>
      <a:srgbClr val="FFAB40"/>
    </a:accent1>
    <a:accent2>
      <a:srgbClr val="6F4294"/>
    </a:accent2>
    <a:accent3>
      <a:srgbClr val="FFA000"/>
    </a:accent3>
    <a:accent4>
      <a:srgbClr val="FFAB40"/>
    </a:accent4>
    <a:accent5>
      <a:srgbClr val="FFDF00"/>
    </a:accent5>
    <a:accent6>
      <a:srgbClr val="1974D5"/>
    </a:accent6>
    <a:hlink>
      <a:srgbClr val="0097A7"/>
    </a:hlink>
    <a:folHlink>
      <a:srgbClr val="0097A7"/>
    </a:folHlink>
  </a:clrScheme>
</a:themeOverride>
</file>

<file path=docMetadata/LabelInfo.xml><?xml version="1.0" encoding="utf-8"?>
<clbl:labelList xmlns:clbl="http://schemas.microsoft.com/office/2020/mipLabelMetadata">
  <clbl:label id="{1a407a2d-7675-4d17-8692-b3ac285306e4}" enabled="0" method="" siteId="{1a407a2d-7675-4d17-8692-b3ac285306e4}" removed="1"/>
</clbl:labelList>
</file>

<file path=docProps/app.xml><?xml version="1.0" encoding="utf-8"?>
<Properties xmlns="http://schemas.openxmlformats.org/officeDocument/2006/extended-properties" xmlns:vt="http://schemas.openxmlformats.org/officeDocument/2006/docPropsVTypes">
  <TotalTime>0</TotalTime>
  <Words>1012</Words>
  <Application>Microsoft Office PowerPoint</Application>
  <PresentationFormat>On-screen Show (16:9)</PresentationFormat>
  <Paragraphs>129</Paragraphs>
  <Slides>9</Slides>
  <Notes>9</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9</vt:i4>
      </vt:variant>
    </vt:vector>
  </HeadingPairs>
  <TitlesOfParts>
    <vt:vector size="17" baseType="lpstr">
      <vt:lpstr>Calibri</vt:lpstr>
      <vt:lpstr>Nunito</vt:lpstr>
      <vt:lpstr>Arial</vt:lpstr>
      <vt:lpstr>Roboto</vt:lpstr>
      <vt:lpstr>Nunito SemiBold</vt:lpstr>
      <vt:lpstr>Nunito ExtraBold</vt:lpstr>
      <vt:lpstr>Just Logo</vt:lpstr>
      <vt:lpstr>Just Logo</vt:lpstr>
      <vt:lpstr>Capstone project –  Mentor discussion</vt:lpstr>
      <vt:lpstr>Executive Summary: Project</vt:lpstr>
      <vt:lpstr>Research Questions</vt:lpstr>
      <vt:lpstr>Data</vt:lpstr>
      <vt:lpstr>Data dictionary</vt:lpstr>
      <vt:lpstr>Approach</vt:lpstr>
      <vt:lpstr>Target Audience &amp; Applications</vt:lpstr>
      <vt:lpstr>Recommendations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creator>Ashok, Ajit</dc:creator>
  <cp:lastModifiedBy>Shenvi, Ajit Ashok</cp:lastModifiedBy>
  <cp:revision>1</cp:revision>
  <dcterms:modified xsi:type="dcterms:W3CDTF">2026-04-05T09:51:13Z</dcterms:modified>
</cp:coreProperties>
</file>