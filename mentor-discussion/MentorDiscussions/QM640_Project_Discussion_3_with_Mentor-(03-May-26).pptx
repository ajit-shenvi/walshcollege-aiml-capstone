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theme/themeOverride2.xml" ContentType="application/vnd.openxmlformats-officedocument.themeOverride+xml"/>
  <Override PartName="/ppt/notesSlides/notesSlide12.xml" ContentType="application/vnd.openxmlformats-officedocument.presentationml.notesSlide+xml"/>
  <Override PartName="/ppt/theme/themeOverride3.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4.xml" ContentType="application/vnd.openxmlformats-officedocument.themeOverr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theme/themeOverride7.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8.xml" ContentType="application/vnd.openxmlformats-officedocument.themeOverride+xml"/>
  <Override PartName="/ppt/notesSlides/notesSlide21.xml" ContentType="application/vnd.openxmlformats-officedocument.presentationml.notesSlide+xml"/>
  <Override PartName="/ppt/theme/themeOverride9.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10.xml" ContentType="application/vnd.openxmlformats-officedocument.themeOverride+xml"/>
  <Override PartName="/ppt/notesSlides/notesSlide24.xml" ContentType="application/vnd.openxmlformats-officedocument.presentationml.notesSlide+xml"/>
  <Override PartName="/ppt/theme/themeOverride11.xml" ContentType="application/vnd.openxmlformats-officedocument.themeOverride+xml"/>
  <Override PartName="/ppt/notesSlides/notesSlide25.xml" ContentType="application/vnd.openxmlformats-officedocument.presentationml.notesSlide+xml"/>
  <Override PartName="/ppt/theme/themeOverride12.xml" ContentType="application/vnd.openxmlformats-officedocument.themeOverride+xml"/>
  <Override PartName="/ppt/notesSlides/notesSlide26.xml" ContentType="application/vnd.openxmlformats-officedocument.presentationml.notesSlide+xml"/>
  <Override PartName="/ppt/theme/themeOverride13.xml" ContentType="application/vnd.openxmlformats-officedocument.themeOverride+xml"/>
  <Override PartName="/ppt/notesSlides/notesSlide27.xml" ContentType="application/vnd.openxmlformats-officedocument.presentationml.notesSlide+xml"/>
  <Override PartName="/ppt/theme/themeOverride14.xml" ContentType="application/vnd.openxmlformats-officedocument.themeOverride+xml"/>
  <Override PartName="/ppt/notesSlides/notesSlide28.xml" ContentType="application/vnd.openxmlformats-officedocument.presentationml.notesSlide+xml"/>
  <Override PartName="/ppt/theme/themeOverride15.xml" ContentType="application/vnd.openxmlformats-officedocument.themeOverride+xml"/>
  <Override PartName="/ppt/notesSlides/notesSlide29.xml" ContentType="application/vnd.openxmlformats-officedocument.presentationml.notesSlide+xml"/>
  <Override PartName="/ppt/theme/themeOverride16.xml" ContentType="application/vnd.openxmlformats-officedocument.themeOverride+xml"/>
  <Override PartName="/ppt/notesSlides/notesSlide30.xml" ContentType="application/vnd.openxmlformats-officedocument.presentationml.notesSlide+xml"/>
  <Override PartName="/ppt/theme/themeOverride17.xml" ContentType="application/vnd.openxmlformats-officedocument.themeOverride+xml"/>
  <Override PartName="/ppt/notesSlides/notesSlide31.xml" ContentType="application/vnd.openxmlformats-officedocument.presentationml.notesSlide+xml"/>
  <Override PartName="/ppt/theme/themeOverride18.xml" ContentType="application/vnd.openxmlformats-officedocument.themeOverride+xml"/>
  <Override PartName="/ppt/notesSlides/notesSlide32.xml" ContentType="application/vnd.openxmlformats-officedocument.presentationml.notesSlide+xml"/>
  <Override PartName="/ppt/theme/themeOverride19.xml" ContentType="application/vnd.openxmlformats-officedocument.themeOverride+xml"/>
  <Override PartName="/ppt/notesSlides/notesSlide33.xml" ContentType="application/vnd.openxmlformats-officedocument.presentationml.notesSlide+xml"/>
  <Override PartName="/ppt/theme/themeOverride20.xml" ContentType="application/vnd.openxmlformats-officedocument.themeOverride+xml"/>
  <Override PartName="/ppt/notesSlides/notesSlide34.xml" ContentType="application/vnd.openxmlformats-officedocument.presentationml.notesSlide+xml"/>
  <Override PartName="/ppt/theme/themeOverride21.xml" ContentType="application/vnd.openxmlformats-officedocument.themeOverr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43"/>
  </p:notesMasterIdLst>
  <p:sldIdLst>
    <p:sldId id="256" r:id="rId3"/>
    <p:sldId id="315" r:id="rId4"/>
    <p:sldId id="324" r:id="rId5"/>
    <p:sldId id="313" r:id="rId6"/>
    <p:sldId id="317" r:id="rId7"/>
    <p:sldId id="355" r:id="rId8"/>
    <p:sldId id="323" r:id="rId9"/>
    <p:sldId id="318" r:id="rId10"/>
    <p:sldId id="322" r:id="rId11"/>
    <p:sldId id="319" r:id="rId12"/>
    <p:sldId id="320" r:id="rId13"/>
    <p:sldId id="325" r:id="rId14"/>
    <p:sldId id="326" r:id="rId15"/>
    <p:sldId id="356" r:id="rId16"/>
    <p:sldId id="334" r:id="rId17"/>
    <p:sldId id="335" r:id="rId18"/>
    <p:sldId id="336" r:id="rId19"/>
    <p:sldId id="337" r:id="rId20"/>
    <p:sldId id="349" r:id="rId21"/>
    <p:sldId id="353" r:id="rId22"/>
    <p:sldId id="352" r:id="rId23"/>
    <p:sldId id="354" r:id="rId24"/>
    <p:sldId id="350" r:id="rId25"/>
    <p:sldId id="338" r:id="rId26"/>
    <p:sldId id="339" r:id="rId27"/>
    <p:sldId id="340" r:id="rId28"/>
    <p:sldId id="341" r:id="rId29"/>
    <p:sldId id="342" r:id="rId30"/>
    <p:sldId id="343" r:id="rId31"/>
    <p:sldId id="344" r:id="rId32"/>
    <p:sldId id="330" r:id="rId33"/>
    <p:sldId id="331" r:id="rId34"/>
    <p:sldId id="345" r:id="rId35"/>
    <p:sldId id="346" r:id="rId36"/>
    <p:sldId id="347" r:id="rId37"/>
    <p:sldId id="265" r:id="rId38"/>
    <p:sldId id="348" r:id="rId39"/>
    <p:sldId id="351" r:id="rId40"/>
    <p:sldId id="357" r:id="rId41"/>
    <p:sldId id="358" r:id="rId42"/>
  </p:sldIdLst>
  <p:sldSz cx="9144000" cy="5143500" type="screen16x9"/>
  <p:notesSz cx="6858000" cy="9144000"/>
  <p:embeddedFontLst>
    <p:embeddedFont>
      <p:font typeface="Cambria Math" panose="02040503050406030204" pitchFamily="18" charset="0"/>
      <p:regular r:id="rId44"/>
    </p:embeddedFont>
    <p:embeddedFont>
      <p:font typeface="Nunito" pitchFamily="2" charset="0"/>
      <p:regular r:id="rId45"/>
      <p:bold r:id="rId46"/>
      <p:italic r:id="rId47"/>
      <p:boldItalic r:id="rId48"/>
    </p:embeddedFont>
    <p:embeddedFont>
      <p:font typeface="Nunito ExtraBold" pitchFamily="2" charset="0"/>
      <p:bold r:id="rId49"/>
      <p:boldItalic r:id="rId50"/>
    </p:embeddedFont>
    <p:embeddedFont>
      <p:font typeface="Nunito SemiBold" pitchFamily="2" charset="0"/>
      <p:regular r:id="rId51"/>
      <p:bold r:id="rId52"/>
      <p:italic r:id="rId53"/>
      <p:boldItalic r:id="rId54"/>
    </p:embeddedFont>
    <p:embeddedFont>
      <p:font typeface="Roboto" panose="02000000000000000000" pitchFamily="2"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C7F8B7-8612-4407-8580-574A68AFA687}" v="72" dt="2026-05-03T04:27:20.470"/>
  </p1510:revLst>
</p1510:revInfo>
</file>

<file path=ppt/tableStyles.xml><?xml version="1.0" encoding="utf-8"?>
<a:tblStyleLst xmlns:a="http://schemas.openxmlformats.org/drawingml/2006/main" def="{60BA267F-57BB-4B82-9B38-EB87E1CD43B7}">
  <a:tblStyle styleId="{60BA267F-57BB-4B82-9B38-EB87E1CD43B7}"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23" autoAdjust="0"/>
  </p:normalViewPr>
  <p:slideViewPr>
    <p:cSldViewPr snapToGrid="0">
      <p:cViewPr>
        <p:scale>
          <a:sx n="100" d="100"/>
          <a:sy n="100" d="100"/>
        </p:scale>
        <p:origin x="300" y="-15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nvi, Ajit Ashok" userId="071e9822-93c4-49ff-b73c-8c6b3cb55e6c" providerId="ADAL" clId="{4B5B27F2-713A-4F3A-BEBD-4CA1B0C6DEF3}"/>
    <pc:docChg chg="undo custSel addSld delSld modSld sldOrd">
      <pc:chgData name="Shenvi, Ajit Ashok" userId="071e9822-93c4-49ff-b73c-8c6b3cb55e6c" providerId="ADAL" clId="{4B5B27F2-713A-4F3A-BEBD-4CA1B0C6DEF3}" dt="2026-05-03T04:27:25.294" v="5520" actId="14100"/>
      <pc:docMkLst>
        <pc:docMk/>
      </pc:docMkLst>
      <pc:sldChg chg="modSp mod">
        <pc:chgData name="Shenvi, Ajit Ashok" userId="071e9822-93c4-49ff-b73c-8c6b3cb55e6c" providerId="ADAL" clId="{4B5B27F2-713A-4F3A-BEBD-4CA1B0C6DEF3}" dt="2026-04-29T13:33:23.569" v="2201" actId="20577"/>
        <pc:sldMkLst>
          <pc:docMk/>
          <pc:sldMk cId="0" sldId="256"/>
        </pc:sldMkLst>
        <pc:spChg chg="mod">
          <ac:chgData name="Shenvi, Ajit Ashok" userId="071e9822-93c4-49ff-b73c-8c6b3cb55e6c" providerId="ADAL" clId="{4B5B27F2-713A-4F3A-BEBD-4CA1B0C6DEF3}" dt="2026-04-27T06:26:27.421" v="2118" actId="20577"/>
          <ac:spMkLst>
            <pc:docMk/>
            <pc:sldMk cId="0" sldId="256"/>
            <ac:spMk id="105" creationId="{00000000-0000-0000-0000-000000000000}"/>
          </ac:spMkLst>
        </pc:spChg>
        <pc:spChg chg="mod">
          <ac:chgData name="Shenvi, Ajit Ashok" userId="071e9822-93c4-49ff-b73c-8c6b3cb55e6c" providerId="ADAL" clId="{4B5B27F2-713A-4F3A-BEBD-4CA1B0C6DEF3}" dt="2026-04-05T09:50:38.516" v="1466" actId="113"/>
          <ac:spMkLst>
            <pc:docMk/>
            <pc:sldMk cId="0" sldId="256"/>
            <ac:spMk id="106" creationId="{00000000-0000-0000-0000-000000000000}"/>
          </ac:spMkLst>
        </pc:spChg>
        <pc:spChg chg="mod">
          <ac:chgData name="Shenvi, Ajit Ashok" userId="071e9822-93c4-49ff-b73c-8c6b3cb55e6c" providerId="ADAL" clId="{4B5B27F2-713A-4F3A-BEBD-4CA1B0C6DEF3}" dt="2026-04-29T13:33:23.569" v="2201" actId="20577"/>
          <ac:spMkLst>
            <pc:docMk/>
            <pc:sldMk cId="0" sldId="256"/>
            <ac:spMk id="107" creationId="{00000000-0000-0000-0000-000000000000}"/>
          </ac:spMkLst>
        </pc:spChg>
      </pc:sldChg>
      <pc:sldChg chg="addSp delSp modSp mod">
        <pc:chgData name="Shenvi, Ajit Ashok" userId="071e9822-93c4-49ff-b73c-8c6b3cb55e6c" providerId="ADAL" clId="{4B5B27F2-713A-4F3A-BEBD-4CA1B0C6DEF3}" dt="2026-04-19T08:32:21.034" v="1954" actId="1036"/>
        <pc:sldMkLst>
          <pc:docMk/>
          <pc:sldMk cId="2073152035" sldId="313"/>
        </pc:sldMkLst>
        <pc:spChg chg="add mod">
          <ac:chgData name="Shenvi, Ajit Ashok" userId="071e9822-93c4-49ff-b73c-8c6b3cb55e6c" providerId="ADAL" clId="{4B5B27F2-713A-4F3A-BEBD-4CA1B0C6DEF3}" dt="2026-04-04T17:00:48.618" v="306" actId="255"/>
          <ac:spMkLst>
            <pc:docMk/>
            <pc:sldMk cId="2073152035" sldId="313"/>
            <ac:spMk id="14" creationId="{A7295827-E3A6-8DAF-91D5-7C5D12190A5F}"/>
          </ac:spMkLst>
        </pc:spChg>
        <pc:spChg chg="add mod">
          <ac:chgData name="Shenvi, Ajit Ashok" userId="071e9822-93c4-49ff-b73c-8c6b3cb55e6c" providerId="ADAL" clId="{4B5B27F2-713A-4F3A-BEBD-4CA1B0C6DEF3}" dt="2026-04-04T17:07:51.590" v="374" actId="6549"/>
          <ac:spMkLst>
            <pc:docMk/>
            <pc:sldMk cId="2073152035" sldId="313"/>
            <ac:spMk id="18" creationId="{F6914803-4932-539D-66C1-EDE4CEA5023B}"/>
          </ac:spMkLst>
        </pc:spChg>
        <pc:spChg chg="add mod">
          <ac:chgData name="Shenvi, Ajit Ashok" userId="071e9822-93c4-49ff-b73c-8c6b3cb55e6c" providerId="ADAL" clId="{4B5B27F2-713A-4F3A-BEBD-4CA1B0C6DEF3}" dt="2026-04-19T08:32:21.034" v="1954" actId="1036"/>
          <ac:spMkLst>
            <pc:docMk/>
            <pc:sldMk cId="2073152035" sldId="313"/>
            <ac:spMk id="20" creationId="{71F30550-5B56-8F37-B0E7-58F7E3FE8EB2}"/>
          </ac:spMkLst>
        </pc:spChg>
      </pc:sldChg>
      <pc:sldChg chg="addSp delSp modSp mod">
        <pc:chgData name="Shenvi, Ajit Ashok" userId="071e9822-93c4-49ff-b73c-8c6b3cb55e6c" providerId="ADAL" clId="{4B5B27F2-713A-4F3A-BEBD-4CA1B0C6DEF3}" dt="2026-04-19T13:48:59.105" v="2058" actId="20577"/>
        <pc:sldMkLst>
          <pc:docMk/>
          <pc:sldMk cId="4151563092" sldId="315"/>
        </pc:sldMkLst>
        <pc:spChg chg="add mod">
          <ac:chgData name="Shenvi, Ajit Ashok" userId="071e9822-93c4-49ff-b73c-8c6b3cb55e6c" providerId="ADAL" clId="{4B5B27F2-713A-4F3A-BEBD-4CA1B0C6DEF3}" dt="2026-04-19T13:48:59.105" v="2058" actId="20577"/>
          <ac:spMkLst>
            <pc:docMk/>
            <pc:sldMk cId="4151563092" sldId="315"/>
            <ac:spMk id="2" creationId="{1AA55583-5454-85BD-0BB1-55A3B49C10CA}"/>
          </ac:spMkLst>
        </pc:spChg>
        <pc:spChg chg="add mod">
          <ac:chgData name="Shenvi, Ajit Ashok" userId="071e9822-93c4-49ff-b73c-8c6b3cb55e6c" providerId="ADAL" clId="{4B5B27F2-713A-4F3A-BEBD-4CA1B0C6DEF3}" dt="2026-04-19T08:34:08.856" v="1959" actId="1076"/>
          <ac:spMkLst>
            <pc:docMk/>
            <pc:sldMk cId="4151563092" sldId="315"/>
            <ac:spMk id="4" creationId="{2028DE92-3044-24E2-4AC4-22B3F64E3BF5}"/>
          </ac:spMkLst>
        </pc:spChg>
        <pc:spChg chg="mod">
          <ac:chgData name="Shenvi, Ajit Ashok" userId="071e9822-93c4-49ff-b73c-8c6b3cb55e6c" providerId="ADAL" clId="{4B5B27F2-713A-4F3A-BEBD-4CA1B0C6DEF3}" dt="2026-04-04T16:54:52.126" v="224" actId="21"/>
          <ac:spMkLst>
            <pc:docMk/>
            <pc:sldMk cId="4151563092" sldId="315"/>
            <ac:spMk id="21" creationId="{6C4646F7-853E-8A77-D73C-AFAA685E1B05}"/>
          </ac:spMkLst>
        </pc:spChg>
        <pc:spChg chg="mod">
          <ac:chgData name="Shenvi, Ajit Ashok" userId="071e9822-93c4-49ff-b73c-8c6b3cb55e6c" providerId="ADAL" clId="{4B5B27F2-713A-4F3A-BEBD-4CA1B0C6DEF3}" dt="2026-04-04T16:58:17.565" v="254" actId="20577"/>
          <ac:spMkLst>
            <pc:docMk/>
            <pc:sldMk cId="4151563092" sldId="315"/>
            <ac:spMk id="118" creationId="{B62E78FD-0D2C-0FE1-C79D-AAA1DC47D63C}"/>
          </ac:spMkLst>
        </pc:spChg>
      </pc:sldChg>
      <pc:sldChg chg="addSp delSp modSp add mod">
        <pc:chgData name="Shenvi, Ajit Ashok" userId="071e9822-93c4-49ff-b73c-8c6b3cb55e6c" providerId="ADAL" clId="{4B5B27F2-713A-4F3A-BEBD-4CA1B0C6DEF3}" dt="2026-04-05T03:28:47.335" v="891" actId="108"/>
        <pc:sldMkLst>
          <pc:docMk/>
          <pc:sldMk cId="819437661" sldId="317"/>
        </pc:sldMkLst>
        <pc:spChg chg="add mod">
          <ac:chgData name="Shenvi, Ajit Ashok" userId="071e9822-93c4-49ff-b73c-8c6b3cb55e6c" providerId="ADAL" clId="{4B5B27F2-713A-4F3A-BEBD-4CA1B0C6DEF3}" dt="2026-04-04T17:15:47.011" v="434" actId="1076"/>
          <ac:spMkLst>
            <pc:docMk/>
            <pc:sldMk cId="819437661" sldId="317"/>
            <ac:spMk id="4" creationId="{D041A9B2-3A21-8566-BADB-16264F93A692}"/>
          </ac:spMkLst>
        </pc:spChg>
        <pc:spChg chg="mod">
          <ac:chgData name="Shenvi, Ajit Ashok" userId="071e9822-93c4-49ff-b73c-8c6b3cb55e6c" providerId="ADAL" clId="{4B5B27F2-713A-4F3A-BEBD-4CA1B0C6DEF3}" dt="2026-04-05T03:28:47.335" v="891" actId="108"/>
          <ac:spMkLst>
            <pc:docMk/>
            <pc:sldMk cId="819437661" sldId="317"/>
            <ac:spMk id="14" creationId="{BA368B54-502C-01C8-751F-5A9B9104FE1B}"/>
          </ac:spMkLst>
        </pc:spChg>
        <pc:picChg chg="add mod">
          <ac:chgData name="Shenvi, Ajit Ashok" userId="071e9822-93c4-49ff-b73c-8c6b3cb55e6c" providerId="ADAL" clId="{4B5B27F2-713A-4F3A-BEBD-4CA1B0C6DEF3}" dt="2026-04-04T17:15:49.293" v="435" actId="1076"/>
          <ac:picMkLst>
            <pc:docMk/>
            <pc:sldMk cId="819437661" sldId="317"/>
            <ac:picMk id="10" creationId="{2C4D2ABB-0813-6479-63E8-3A11393BC4A9}"/>
          </ac:picMkLst>
        </pc:picChg>
      </pc:sldChg>
      <pc:sldChg chg="addSp delSp modSp add mod ord modClrScheme chgLayout">
        <pc:chgData name="Shenvi, Ajit Ashok" userId="071e9822-93c4-49ff-b73c-8c6b3cb55e6c" providerId="ADAL" clId="{4B5B27F2-713A-4F3A-BEBD-4CA1B0C6DEF3}" dt="2026-04-19T07:58:03.239" v="1662" actId="5793"/>
        <pc:sldMkLst>
          <pc:docMk/>
          <pc:sldMk cId="231832185" sldId="318"/>
        </pc:sldMkLst>
        <pc:spChg chg="add mod">
          <ac:chgData name="Shenvi, Ajit Ashok" userId="071e9822-93c4-49ff-b73c-8c6b3cb55e6c" providerId="ADAL" clId="{4B5B27F2-713A-4F3A-BEBD-4CA1B0C6DEF3}" dt="2026-04-19T07:58:03.239" v="1662" actId="5793"/>
          <ac:spMkLst>
            <pc:docMk/>
            <pc:sldMk cId="231832185" sldId="318"/>
            <ac:spMk id="3" creationId="{65996BE4-273B-5E3A-8A62-F6CC0E8B34A2}"/>
          </ac:spMkLst>
        </pc:spChg>
        <pc:spChg chg="mod">
          <ac:chgData name="Shenvi, Ajit Ashok" userId="071e9822-93c4-49ff-b73c-8c6b3cb55e6c" providerId="ADAL" clId="{4B5B27F2-713A-4F3A-BEBD-4CA1B0C6DEF3}" dt="2026-04-19T07:57:50.007" v="1660" actId="20577"/>
          <ac:spMkLst>
            <pc:docMk/>
            <pc:sldMk cId="231832185" sldId="318"/>
            <ac:spMk id="14" creationId="{A0DD6797-3D6D-B6A1-905D-CFD879EEB6D0}"/>
          </ac:spMkLst>
        </pc:spChg>
        <pc:graphicFrameChg chg="add mod modGraphic">
          <ac:chgData name="Shenvi, Ajit Ashok" userId="071e9822-93c4-49ff-b73c-8c6b3cb55e6c" providerId="ADAL" clId="{4B5B27F2-713A-4F3A-BEBD-4CA1B0C6DEF3}" dt="2026-04-19T07:57:59.771" v="1661" actId="1076"/>
          <ac:graphicFrameMkLst>
            <pc:docMk/>
            <pc:sldMk cId="231832185" sldId="318"/>
            <ac:graphicFrameMk id="2" creationId="{24EDCF51-CF38-B7BF-FB6F-D2DAE3797C49}"/>
          </ac:graphicFrameMkLst>
        </pc:graphicFrameChg>
      </pc:sldChg>
      <pc:sldChg chg="addSp delSp modSp add mod">
        <pc:chgData name="Shenvi, Ajit Ashok" userId="071e9822-93c4-49ff-b73c-8c6b3cb55e6c" providerId="ADAL" clId="{4B5B27F2-713A-4F3A-BEBD-4CA1B0C6DEF3}" dt="2026-04-19T12:38:10.484" v="1971" actId="948"/>
        <pc:sldMkLst>
          <pc:docMk/>
          <pc:sldMk cId="3834612093" sldId="319"/>
        </pc:sldMkLst>
        <pc:spChg chg="add mod">
          <ac:chgData name="Shenvi, Ajit Ashok" userId="071e9822-93c4-49ff-b73c-8c6b3cb55e6c" providerId="ADAL" clId="{4B5B27F2-713A-4F3A-BEBD-4CA1B0C6DEF3}" dt="2026-04-19T12:38:10.484" v="1971" actId="948"/>
          <ac:spMkLst>
            <pc:docMk/>
            <pc:sldMk cId="3834612093" sldId="319"/>
            <ac:spMk id="4" creationId="{C3E7CDF0-2122-1254-36E6-7381E01535B3}"/>
          </ac:spMkLst>
        </pc:spChg>
        <pc:spChg chg="mod">
          <ac:chgData name="Shenvi, Ajit Ashok" userId="071e9822-93c4-49ff-b73c-8c6b3cb55e6c" providerId="ADAL" clId="{4B5B27F2-713A-4F3A-BEBD-4CA1B0C6DEF3}" dt="2026-04-19T12:37:40.124" v="1964" actId="6549"/>
          <ac:spMkLst>
            <pc:docMk/>
            <pc:sldMk cId="3834612093" sldId="319"/>
            <ac:spMk id="14" creationId="{ECA7F8FD-884C-9B28-4A37-7EFB33A4AEF3}"/>
          </ac:spMkLst>
        </pc:spChg>
      </pc:sldChg>
      <pc:sldChg chg="delSp modSp add mod setBg">
        <pc:chgData name="Shenvi, Ajit Ashok" userId="071e9822-93c4-49ff-b73c-8c6b3cb55e6c" providerId="ADAL" clId="{4B5B27F2-713A-4F3A-BEBD-4CA1B0C6DEF3}" dt="2026-04-06T16:58:05.799" v="1568" actId="20577"/>
        <pc:sldMkLst>
          <pc:docMk/>
          <pc:sldMk cId="2763824697" sldId="320"/>
        </pc:sldMkLst>
        <pc:spChg chg="mod">
          <ac:chgData name="Shenvi, Ajit Ashok" userId="071e9822-93c4-49ff-b73c-8c6b3cb55e6c" providerId="ADAL" clId="{4B5B27F2-713A-4F3A-BEBD-4CA1B0C6DEF3}" dt="2026-04-05T03:29:12.945" v="897" actId="27636"/>
          <ac:spMkLst>
            <pc:docMk/>
            <pc:sldMk cId="2763824697" sldId="320"/>
            <ac:spMk id="14" creationId="{C2EEAD44-30ED-055A-4E69-7E51A38C2DB9}"/>
          </ac:spMkLst>
        </pc:spChg>
        <pc:graphicFrameChg chg="mod modGraphic">
          <ac:chgData name="Shenvi, Ajit Ashok" userId="071e9822-93c4-49ff-b73c-8c6b3cb55e6c" providerId="ADAL" clId="{4B5B27F2-713A-4F3A-BEBD-4CA1B0C6DEF3}" dt="2026-04-06T16:58:05.799" v="1568" actId="20577"/>
          <ac:graphicFrameMkLst>
            <pc:docMk/>
            <pc:sldMk cId="2763824697" sldId="320"/>
            <ac:graphicFrameMk id="2" creationId="{5C3D2768-E5DB-8FB2-9210-F7C22DF63859}"/>
          </ac:graphicFrameMkLst>
        </pc:graphicFrameChg>
      </pc:sldChg>
      <pc:sldChg chg="addSp delSp modSp add del mod">
        <pc:chgData name="Shenvi, Ajit Ashok" userId="071e9822-93c4-49ff-b73c-8c6b3cb55e6c" providerId="ADAL" clId="{4B5B27F2-713A-4F3A-BEBD-4CA1B0C6DEF3}" dt="2026-05-03T04:18:39.099" v="5474" actId="47"/>
        <pc:sldMkLst>
          <pc:docMk/>
          <pc:sldMk cId="4073041033" sldId="321"/>
        </pc:sldMkLst>
      </pc:sldChg>
      <pc:sldChg chg="addSp delSp modSp add mod">
        <pc:chgData name="Shenvi, Ajit Ashok" userId="071e9822-93c4-49ff-b73c-8c6b3cb55e6c" providerId="ADAL" clId="{4B5B27F2-713A-4F3A-BEBD-4CA1B0C6DEF3}" dt="2026-04-19T14:52:20.168" v="2063" actId="255"/>
        <pc:sldMkLst>
          <pc:docMk/>
          <pc:sldMk cId="3358355317" sldId="322"/>
        </pc:sldMkLst>
        <pc:spChg chg="mod">
          <ac:chgData name="Shenvi, Ajit Ashok" userId="071e9822-93c4-49ff-b73c-8c6b3cb55e6c" providerId="ADAL" clId="{4B5B27F2-713A-4F3A-BEBD-4CA1B0C6DEF3}" dt="2026-04-06T07:49:01.252" v="1498" actId="20577"/>
          <ac:spMkLst>
            <pc:docMk/>
            <pc:sldMk cId="3358355317" sldId="322"/>
            <ac:spMk id="14" creationId="{CD17FCC2-C595-F800-89A9-9876F24B45D1}"/>
          </ac:spMkLst>
        </pc:spChg>
        <pc:graphicFrameChg chg="add mod modGraphic">
          <ac:chgData name="Shenvi, Ajit Ashok" userId="071e9822-93c4-49ff-b73c-8c6b3cb55e6c" providerId="ADAL" clId="{4B5B27F2-713A-4F3A-BEBD-4CA1B0C6DEF3}" dt="2026-04-19T14:52:20.168" v="2063" actId="255"/>
          <ac:graphicFrameMkLst>
            <pc:docMk/>
            <pc:sldMk cId="3358355317" sldId="322"/>
            <ac:graphicFrameMk id="4" creationId="{C13F6584-F919-847B-699D-85616404DD2B}"/>
          </ac:graphicFrameMkLst>
        </pc:graphicFrameChg>
        <pc:picChg chg="add mod">
          <ac:chgData name="Shenvi, Ajit Ashok" userId="071e9822-93c4-49ff-b73c-8c6b3cb55e6c" providerId="ADAL" clId="{4B5B27F2-713A-4F3A-BEBD-4CA1B0C6DEF3}" dt="2026-04-19T08:22:29.098" v="1868" actId="14100"/>
          <ac:picMkLst>
            <pc:docMk/>
            <pc:sldMk cId="3358355317" sldId="322"/>
            <ac:picMk id="6" creationId="{6EA316B5-77D8-0F27-5129-4819F7B41ED4}"/>
          </ac:picMkLst>
        </pc:picChg>
        <pc:picChg chg="add mod">
          <ac:chgData name="Shenvi, Ajit Ashok" userId="071e9822-93c4-49ff-b73c-8c6b3cb55e6c" providerId="ADAL" clId="{4B5B27F2-713A-4F3A-BEBD-4CA1B0C6DEF3}" dt="2026-04-19T08:17:40.516" v="1828" actId="1076"/>
          <ac:picMkLst>
            <pc:docMk/>
            <pc:sldMk cId="3358355317" sldId="322"/>
            <ac:picMk id="7" creationId="{CDDF154A-B929-37F3-0EE7-EE19E911114A}"/>
          </ac:picMkLst>
        </pc:picChg>
        <pc:picChg chg="add mod">
          <ac:chgData name="Shenvi, Ajit Ashok" userId="071e9822-93c4-49ff-b73c-8c6b3cb55e6c" providerId="ADAL" clId="{4B5B27F2-713A-4F3A-BEBD-4CA1B0C6DEF3}" dt="2026-04-19T08:16:38.738" v="1821" actId="14100"/>
          <ac:picMkLst>
            <pc:docMk/>
            <pc:sldMk cId="3358355317" sldId="322"/>
            <ac:picMk id="10" creationId="{1F31CFD9-5CDE-AFC7-D2A3-A80A06B78C6D}"/>
          </ac:picMkLst>
        </pc:picChg>
      </pc:sldChg>
      <pc:sldChg chg="addSp delSp modSp add mod">
        <pc:chgData name="Shenvi, Ajit Ashok" userId="071e9822-93c4-49ff-b73c-8c6b3cb55e6c" providerId="ADAL" clId="{4B5B27F2-713A-4F3A-BEBD-4CA1B0C6DEF3}" dt="2026-05-03T02:43:09.507" v="5115" actId="20577"/>
        <pc:sldMkLst>
          <pc:docMk/>
          <pc:sldMk cId="2826133307" sldId="323"/>
        </pc:sldMkLst>
        <pc:spChg chg="mod">
          <ac:chgData name="Shenvi, Ajit Ashok" userId="071e9822-93c4-49ff-b73c-8c6b3cb55e6c" providerId="ADAL" clId="{4B5B27F2-713A-4F3A-BEBD-4CA1B0C6DEF3}" dt="2026-04-19T13:31:22.107" v="2043" actId="20577"/>
          <ac:spMkLst>
            <pc:docMk/>
            <pc:sldMk cId="2826133307" sldId="323"/>
            <ac:spMk id="3" creationId="{89DE03BC-2089-6909-6043-3E955C1F6188}"/>
          </ac:spMkLst>
        </pc:spChg>
        <pc:graphicFrameChg chg="add mod modGraphic">
          <ac:chgData name="Shenvi, Ajit Ashok" userId="071e9822-93c4-49ff-b73c-8c6b3cb55e6c" providerId="ADAL" clId="{4B5B27F2-713A-4F3A-BEBD-4CA1B0C6DEF3}" dt="2026-05-03T02:43:09.507" v="5115" actId="20577"/>
          <ac:graphicFrameMkLst>
            <pc:docMk/>
            <pc:sldMk cId="2826133307" sldId="323"/>
            <ac:graphicFrameMk id="4" creationId="{38B304CE-39B9-7C2D-D460-67D55B52E62A}"/>
          </ac:graphicFrameMkLst>
        </pc:graphicFrameChg>
      </pc:sldChg>
      <pc:sldChg chg="delSp modSp add mod ord">
        <pc:chgData name="Shenvi, Ajit Ashok" userId="071e9822-93c4-49ff-b73c-8c6b3cb55e6c" providerId="ADAL" clId="{4B5B27F2-713A-4F3A-BEBD-4CA1B0C6DEF3}" dt="2026-04-19T13:49:16.007" v="2059" actId="20577"/>
        <pc:sldMkLst>
          <pc:docMk/>
          <pc:sldMk cId="3440897308" sldId="324"/>
        </pc:sldMkLst>
        <pc:spChg chg="mod">
          <ac:chgData name="Shenvi, Ajit Ashok" userId="071e9822-93c4-49ff-b73c-8c6b3cb55e6c" providerId="ADAL" clId="{4B5B27F2-713A-4F3A-BEBD-4CA1B0C6DEF3}" dt="2026-04-19T12:37:19.302" v="1962" actId="6549"/>
          <ac:spMkLst>
            <pc:docMk/>
            <pc:sldMk cId="3440897308" sldId="324"/>
            <ac:spMk id="14" creationId="{8C81BD7C-F008-3174-5E25-19D216C209FB}"/>
          </ac:spMkLst>
        </pc:spChg>
        <pc:graphicFrameChg chg="modGraphic">
          <ac:chgData name="Shenvi, Ajit Ashok" userId="071e9822-93c4-49ff-b73c-8c6b3cb55e6c" providerId="ADAL" clId="{4B5B27F2-713A-4F3A-BEBD-4CA1B0C6DEF3}" dt="2026-04-19T13:49:16.007" v="2059" actId="20577"/>
          <ac:graphicFrameMkLst>
            <pc:docMk/>
            <pc:sldMk cId="3440897308" sldId="324"/>
            <ac:graphicFrameMk id="2" creationId="{9048A87D-8B68-F177-516E-66F73E2D5C32}"/>
          </ac:graphicFrameMkLst>
        </pc:graphicFrameChg>
      </pc:sldChg>
      <pc:sldChg chg="addSp delSp modSp add mod">
        <pc:chgData name="Shenvi, Ajit Ashok" userId="071e9822-93c4-49ff-b73c-8c6b3cb55e6c" providerId="ADAL" clId="{4B5B27F2-713A-4F3A-BEBD-4CA1B0C6DEF3}" dt="2026-05-02T12:21:31.996" v="4956" actId="14100"/>
        <pc:sldMkLst>
          <pc:docMk/>
          <pc:sldMk cId="408439914" sldId="325"/>
        </pc:sldMkLst>
        <pc:spChg chg="mod">
          <ac:chgData name="Shenvi, Ajit Ashok" userId="071e9822-93c4-49ff-b73c-8c6b3cb55e6c" providerId="ADAL" clId="{4B5B27F2-713A-4F3A-BEBD-4CA1B0C6DEF3}" dt="2026-04-24T13:16:22.464" v="2080" actId="20577"/>
          <ac:spMkLst>
            <pc:docMk/>
            <pc:sldMk cId="408439914" sldId="325"/>
            <ac:spMk id="14" creationId="{B8F605C6-2771-ECFB-6E13-ED2B0D4FF7B4}"/>
          </ac:spMkLst>
        </pc:spChg>
        <pc:graphicFrameChg chg="add mod modGraphic">
          <ac:chgData name="Shenvi, Ajit Ashok" userId="071e9822-93c4-49ff-b73c-8c6b3cb55e6c" providerId="ADAL" clId="{4B5B27F2-713A-4F3A-BEBD-4CA1B0C6DEF3}" dt="2026-05-02T12:21:31.996" v="4956" actId="14100"/>
          <ac:graphicFrameMkLst>
            <pc:docMk/>
            <pc:sldMk cId="408439914" sldId="325"/>
            <ac:graphicFrameMk id="3" creationId="{CBDA7E4D-CA64-7FAB-025B-D88F89555301}"/>
          </ac:graphicFrameMkLst>
        </pc:graphicFrameChg>
      </pc:sldChg>
      <pc:sldChg chg="addSp delSp modSp add mod">
        <pc:chgData name="Shenvi, Ajit Ashok" userId="071e9822-93c4-49ff-b73c-8c6b3cb55e6c" providerId="ADAL" clId="{4B5B27F2-713A-4F3A-BEBD-4CA1B0C6DEF3}" dt="2026-05-01T12:50:29.949" v="2763" actId="20577"/>
        <pc:sldMkLst>
          <pc:docMk/>
          <pc:sldMk cId="1138822997" sldId="326"/>
        </pc:sldMkLst>
        <pc:spChg chg="add mod">
          <ac:chgData name="Shenvi, Ajit Ashok" userId="071e9822-93c4-49ff-b73c-8c6b3cb55e6c" providerId="ADAL" clId="{4B5B27F2-713A-4F3A-BEBD-4CA1B0C6DEF3}" dt="2026-05-01T03:59:21.411" v="2526" actId="313"/>
          <ac:spMkLst>
            <pc:docMk/>
            <pc:sldMk cId="1138822997" sldId="326"/>
            <ac:spMk id="4" creationId="{C9EE5066-FE35-BBF4-08FF-6E2BB32D37ED}"/>
          </ac:spMkLst>
        </pc:spChg>
        <pc:spChg chg="mod">
          <ac:chgData name="Shenvi, Ajit Ashok" userId="071e9822-93c4-49ff-b73c-8c6b3cb55e6c" providerId="ADAL" clId="{4B5B27F2-713A-4F3A-BEBD-4CA1B0C6DEF3}" dt="2026-05-01T12:50:29.949" v="2763" actId="20577"/>
          <ac:spMkLst>
            <pc:docMk/>
            <pc:sldMk cId="1138822997" sldId="326"/>
            <ac:spMk id="14" creationId="{D25104BE-04EF-4AEC-C9F0-13780EB443FA}"/>
          </ac:spMkLst>
        </pc:spChg>
        <pc:picChg chg="add mod">
          <ac:chgData name="Shenvi, Ajit Ashok" userId="071e9822-93c4-49ff-b73c-8c6b3cb55e6c" providerId="ADAL" clId="{4B5B27F2-713A-4F3A-BEBD-4CA1B0C6DEF3}" dt="2026-05-01T03:59:28.499" v="2528" actId="1076"/>
          <ac:picMkLst>
            <pc:docMk/>
            <pc:sldMk cId="1138822997" sldId="326"/>
            <ac:picMk id="3" creationId="{FEB3A3C7-4C4B-A742-B367-FE12C7D0672E}"/>
          </ac:picMkLst>
        </pc:picChg>
      </pc:sldChg>
      <pc:sldChg chg="addSp delSp modSp add mod">
        <pc:chgData name="Shenvi, Ajit Ashok" userId="071e9822-93c4-49ff-b73c-8c6b3cb55e6c" providerId="ADAL" clId="{4B5B27F2-713A-4F3A-BEBD-4CA1B0C6DEF3}" dt="2026-05-01T14:25:28.391" v="4525" actId="14100"/>
        <pc:sldMkLst>
          <pc:docMk/>
          <pc:sldMk cId="2355462003" sldId="330"/>
        </pc:sldMkLst>
        <pc:spChg chg="add mod">
          <ac:chgData name="Shenvi, Ajit Ashok" userId="071e9822-93c4-49ff-b73c-8c6b3cb55e6c" providerId="ADAL" clId="{4B5B27F2-713A-4F3A-BEBD-4CA1B0C6DEF3}" dt="2026-05-01T14:25:01.465" v="4524" actId="2711"/>
          <ac:spMkLst>
            <pc:docMk/>
            <pc:sldMk cId="2355462003" sldId="330"/>
            <ac:spMk id="3" creationId="{78E9CBE8-BFB8-A59B-FEBE-7112B87550E5}"/>
          </ac:spMkLst>
        </pc:spChg>
        <pc:spChg chg="add mod">
          <ac:chgData name="Shenvi, Ajit Ashok" userId="071e9822-93c4-49ff-b73c-8c6b3cb55e6c" providerId="ADAL" clId="{4B5B27F2-713A-4F3A-BEBD-4CA1B0C6DEF3}" dt="2026-05-01T14:23:18.046" v="4522" actId="1076"/>
          <ac:spMkLst>
            <pc:docMk/>
            <pc:sldMk cId="2355462003" sldId="330"/>
            <ac:spMk id="9" creationId="{5F2057ED-87C7-E474-5C60-C7940AC4B751}"/>
          </ac:spMkLst>
        </pc:spChg>
        <pc:spChg chg="mod">
          <ac:chgData name="Shenvi, Ajit Ashok" userId="071e9822-93c4-49ff-b73c-8c6b3cb55e6c" providerId="ADAL" clId="{4B5B27F2-713A-4F3A-BEBD-4CA1B0C6DEF3}" dt="2026-04-27T07:35:48.651" v="2159" actId="20577"/>
          <ac:spMkLst>
            <pc:docMk/>
            <pc:sldMk cId="2355462003" sldId="330"/>
            <ac:spMk id="14" creationId="{5CDB6B16-9263-DFA7-622D-D24B5CF75420}"/>
          </ac:spMkLst>
        </pc:spChg>
        <pc:picChg chg="add mod">
          <ac:chgData name="Shenvi, Ajit Ashok" userId="071e9822-93c4-49ff-b73c-8c6b3cb55e6c" providerId="ADAL" clId="{4B5B27F2-713A-4F3A-BEBD-4CA1B0C6DEF3}" dt="2026-05-01T14:19:22.019" v="4489" actId="14100"/>
          <ac:picMkLst>
            <pc:docMk/>
            <pc:sldMk cId="2355462003" sldId="330"/>
            <ac:picMk id="6" creationId="{426499DF-931A-8788-8AFC-9FE353B2003C}"/>
          </ac:picMkLst>
        </pc:picChg>
        <pc:picChg chg="add mod">
          <ac:chgData name="Shenvi, Ajit Ashok" userId="071e9822-93c4-49ff-b73c-8c6b3cb55e6c" providerId="ADAL" clId="{4B5B27F2-713A-4F3A-BEBD-4CA1B0C6DEF3}" dt="2026-05-01T14:24:19.835" v="4523" actId="14100"/>
          <ac:picMkLst>
            <pc:docMk/>
            <pc:sldMk cId="2355462003" sldId="330"/>
            <ac:picMk id="8" creationId="{2C3D137E-22EB-8123-A56F-06DF2EC1D712}"/>
          </ac:picMkLst>
        </pc:picChg>
        <pc:picChg chg="add mod">
          <ac:chgData name="Shenvi, Ajit Ashok" userId="071e9822-93c4-49ff-b73c-8c6b3cb55e6c" providerId="ADAL" clId="{4B5B27F2-713A-4F3A-BEBD-4CA1B0C6DEF3}" dt="2026-05-01T14:25:28.391" v="4525" actId="14100"/>
          <ac:picMkLst>
            <pc:docMk/>
            <pc:sldMk cId="2355462003" sldId="330"/>
            <ac:picMk id="10" creationId="{4E4B24E1-B0CB-2122-72A7-E53FE24DAA40}"/>
          </ac:picMkLst>
        </pc:picChg>
      </pc:sldChg>
      <pc:sldChg chg="addSp delSp modSp add mod">
        <pc:chgData name="Shenvi, Ajit Ashok" userId="071e9822-93c4-49ff-b73c-8c6b3cb55e6c" providerId="ADAL" clId="{4B5B27F2-713A-4F3A-BEBD-4CA1B0C6DEF3}" dt="2026-05-01T14:32:41.579" v="4571" actId="1076"/>
        <pc:sldMkLst>
          <pc:docMk/>
          <pc:sldMk cId="1778689716" sldId="331"/>
        </pc:sldMkLst>
        <pc:spChg chg="add mod">
          <ac:chgData name="Shenvi, Ajit Ashok" userId="071e9822-93c4-49ff-b73c-8c6b3cb55e6c" providerId="ADAL" clId="{4B5B27F2-713A-4F3A-BEBD-4CA1B0C6DEF3}" dt="2026-05-01T14:26:06.825" v="4529" actId="1076"/>
          <ac:spMkLst>
            <pc:docMk/>
            <pc:sldMk cId="1778689716" sldId="331"/>
            <ac:spMk id="4" creationId="{CFE84C9C-5E2A-3868-A5FD-0C6595C6DAC2}"/>
          </ac:spMkLst>
        </pc:spChg>
        <pc:spChg chg="add mod">
          <ac:chgData name="Shenvi, Ajit Ashok" userId="071e9822-93c4-49ff-b73c-8c6b3cb55e6c" providerId="ADAL" clId="{4B5B27F2-713A-4F3A-BEBD-4CA1B0C6DEF3}" dt="2026-05-01T14:32:12.792" v="4567" actId="948"/>
          <ac:spMkLst>
            <pc:docMk/>
            <pc:sldMk cId="1778689716" sldId="331"/>
            <ac:spMk id="7" creationId="{F863B948-B088-F858-A6D7-50926A4017F5}"/>
          </ac:spMkLst>
        </pc:spChg>
        <pc:spChg chg="mod">
          <ac:chgData name="Shenvi, Ajit Ashok" userId="071e9822-93c4-49ff-b73c-8c6b3cb55e6c" providerId="ADAL" clId="{4B5B27F2-713A-4F3A-BEBD-4CA1B0C6DEF3}" dt="2026-04-27T07:46:01.067" v="2165" actId="6549"/>
          <ac:spMkLst>
            <pc:docMk/>
            <pc:sldMk cId="1778689716" sldId="331"/>
            <ac:spMk id="14" creationId="{6BB98FC3-B557-2B91-32F6-A41AF977B0D4}"/>
          </ac:spMkLst>
        </pc:spChg>
        <pc:picChg chg="add mod">
          <ac:chgData name="Shenvi, Ajit Ashok" userId="071e9822-93c4-49ff-b73c-8c6b3cb55e6c" providerId="ADAL" clId="{4B5B27F2-713A-4F3A-BEBD-4CA1B0C6DEF3}" dt="2026-05-01T14:32:36.611" v="4569" actId="14100"/>
          <ac:picMkLst>
            <pc:docMk/>
            <pc:sldMk cId="1778689716" sldId="331"/>
            <ac:picMk id="3" creationId="{313B62B2-886D-9D58-A65B-20AE0ACCB248}"/>
          </ac:picMkLst>
        </pc:picChg>
        <pc:picChg chg="add mod">
          <ac:chgData name="Shenvi, Ajit Ashok" userId="071e9822-93c4-49ff-b73c-8c6b3cb55e6c" providerId="ADAL" clId="{4B5B27F2-713A-4F3A-BEBD-4CA1B0C6DEF3}" dt="2026-05-01T14:32:33.913" v="4568" actId="14100"/>
          <ac:picMkLst>
            <pc:docMk/>
            <pc:sldMk cId="1778689716" sldId="331"/>
            <ac:picMk id="5" creationId="{79EFF824-E12C-7B7A-14DD-5D545779BAB7}"/>
          </ac:picMkLst>
        </pc:picChg>
        <pc:picChg chg="add mod">
          <ac:chgData name="Shenvi, Ajit Ashok" userId="071e9822-93c4-49ff-b73c-8c6b3cb55e6c" providerId="ADAL" clId="{4B5B27F2-713A-4F3A-BEBD-4CA1B0C6DEF3}" dt="2026-05-01T14:32:41.579" v="4571" actId="1076"/>
          <ac:picMkLst>
            <pc:docMk/>
            <pc:sldMk cId="1778689716" sldId="331"/>
            <ac:picMk id="9" creationId="{FD6EFDA0-BE35-CC85-D903-20554E30F61E}"/>
          </ac:picMkLst>
        </pc:picChg>
      </pc:sldChg>
      <pc:sldChg chg="delSp modSp add del mod">
        <pc:chgData name="Shenvi, Ajit Ashok" userId="071e9822-93c4-49ff-b73c-8c6b3cb55e6c" providerId="ADAL" clId="{4B5B27F2-713A-4F3A-BEBD-4CA1B0C6DEF3}" dt="2026-05-02T16:58:39.117" v="5048" actId="47"/>
        <pc:sldMkLst>
          <pc:docMk/>
          <pc:sldMk cId="3640645819" sldId="333"/>
        </pc:sldMkLst>
      </pc:sldChg>
      <pc:sldChg chg="addSp delSp modSp add mod">
        <pc:chgData name="Shenvi, Ajit Ashok" userId="071e9822-93c4-49ff-b73c-8c6b3cb55e6c" providerId="ADAL" clId="{4B5B27F2-713A-4F3A-BEBD-4CA1B0C6DEF3}" dt="2026-05-02T16:53:12.328" v="5045" actId="14100"/>
        <pc:sldMkLst>
          <pc:docMk/>
          <pc:sldMk cId="1927967221" sldId="334"/>
        </pc:sldMkLst>
        <pc:spChg chg="add mod">
          <ac:chgData name="Shenvi, Ajit Ashok" userId="071e9822-93c4-49ff-b73c-8c6b3cb55e6c" providerId="ADAL" clId="{4B5B27F2-713A-4F3A-BEBD-4CA1B0C6DEF3}" dt="2026-05-01T04:20:22.015" v="2618" actId="164"/>
          <ac:spMkLst>
            <pc:docMk/>
            <pc:sldMk cId="1927967221" sldId="334"/>
            <ac:spMk id="6" creationId="{AA191A89-D819-5D8D-E6EE-85CFBFA63D4D}"/>
          </ac:spMkLst>
        </pc:spChg>
        <pc:spChg chg="add mod">
          <ac:chgData name="Shenvi, Ajit Ashok" userId="071e9822-93c4-49ff-b73c-8c6b3cb55e6c" providerId="ADAL" clId="{4B5B27F2-713A-4F3A-BEBD-4CA1B0C6DEF3}" dt="2026-05-02T16:48:43.840" v="5030" actId="14100"/>
          <ac:spMkLst>
            <pc:docMk/>
            <pc:sldMk cId="1927967221" sldId="334"/>
            <ac:spMk id="7" creationId="{07E75722-E1FB-9F0E-CA80-F08EF97769F6}"/>
          </ac:spMkLst>
        </pc:spChg>
        <pc:spChg chg="add mod">
          <ac:chgData name="Shenvi, Ajit Ashok" userId="071e9822-93c4-49ff-b73c-8c6b3cb55e6c" providerId="ADAL" clId="{4B5B27F2-713A-4F3A-BEBD-4CA1B0C6DEF3}" dt="2026-05-02T16:52:51.751" v="5041" actId="14100"/>
          <ac:spMkLst>
            <pc:docMk/>
            <pc:sldMk cId="1927967221" sldId="334"/>
            <ac:spMk id="8" creationId="{D8F656E4-5E8B-0E56-484B-D5E08A2C7098}"/>
          </ac:spMkLst>
        </pc:spChg>
        <pc:spChg chg="add mod">
          <ac:chgData name="Shenvi, Ajit Ashok" userId="071e9822-93c4-49ff-b73c-8c6b3cb55e6c" providerId="ADAL" clId="{4B5B27F2-713A-4F3A-BEBD-4CA1B0C6DEF3}" dt="2026-05-02T16:53:03.876" v="5043" actId="14100"/>
          <ac:spMkLst>
            <pc:docMk/>
            <pc:sldMk cId="1927967221" sldId="334"/>
            <ac:spMk id="9" creationId="{3C7110D5-81C3-9F1B-4F8D-4F54010CAD17}"/>
          </ac:spMkLst>
        </pc:spChg>
        <pc:spChg chg="add mod">
          <ac:chgData name="Shenvi, Ajit Ashok" userId="071e9822-93c4-49ff-b73c-8c6b3cb55e6c" providerId="ADAL" clId="{4B5B27F2-713A-4F3A-BEBD-4CA1B0C6DEF3}" dt="2026-05-02T16:53:12.328" v="5045" actId="14100"/>
          <ac:spMkLst>
            <pc:docMk/>
            <pc:sldMk cId="1927967221" sldId="334"/>
            <ac:spMk id="10" creationId="{9190105C-5A71-94CC-0331-CBA7D9FFA2F9}"/>
          </ac:spMkLst>
        </pc:spChg>
        <pc:spChg chg="add mod">
          <ac:chgData name="Shenvi, Ajit Ashok" userId="071e9822-93c4-49ff-b73c-8c6b3cb55e6c" providerId="ADAL" clId="{4B5B27F2-713A-4F3A-BEBD-4CA1B0C6DEF3}" dt="2026-05-01T12:48:09.453" v="2734" actId="207"/>
          <ac:spMkLst>
            <pc:docMk/>
            <pc:sldMk cId="1927967221" sldId="334"/>
            <ac:spMk id="11" creationId="{0BEFA660-7253-D22F-B82E-492715EFA84A}"/>
          </ac:spMkLst>
        </pc:spChg>
        <pc:spChg chg="add mod">
          <ac:chgData name="Shenvi, Ajit Ashok" userId="071e9822-93c4-49ff-b73c-8c6b3cb55e6c" providerId="ADAL" clId="{4B5B27F2-713A-4F3A-BEBD-4CA1B0C6DEF3}" dt="2026-05-01T12:49:13.277" v="2745" actId="1076"/>
          <ac:spMkLst>
            <pc:docMk/>
            <pc:sldMk cId="1927967221" sldId="334"/>
            <ac:spMk id="12" creationId="{F8729602-CAB1-6F55-D416-A6A06B36CCBC}"/>
          </ac:spMkLst>
        </pc:spChg>
        <pc:spChg chg="mod">
          <ac:chgData name="Shenvi, Ajit Ashok" userId="071e9822-93c4-49ff-b73c-8c6b3cb55e6c" providerId="ADAL" clId="{4B5B27F2-713A-4F3A-BEBD-4CA1B0C6DEF3}" dt="2026-05-01T12:48:34.337" v="2738" actId="14100"/>
          <ac:spMkLst>
            <pc:docMk/>
            <pc:sldMk cId="1927967221" sldId="334"/>
            <ac:spMk id="14" creationId="{A7511AB7-3C01-D8B3-3886-FA90C25F4665}"/>
          </ac:spMkLst>
        </pc:spChg>
        <pc:spChg chg="add mod">
          <ac:chgData name="Shenvi, Ajit Ashok" userId="071e9822-93c4-49ff-b73c-8c6b3cb55e6c" providerId="ADAL" clId="{4B5B27F2-713A-4F3A-BEBD-4CA1B0C6DEF3}" dt="2026-05-01T12:48:13.329" v="2735" actId="207"/>
          <ac:spMkLst>
            <pc:docMk/>
            <pc:sldMk cId="1927967221" sldId="334"/>
            <ac:spMk id="15" creationId="{7F714445-60E0-3AA4-7154-A0B30C8525C1}"/>
          </ac:spMkLst>
        </pc:spChg>
        <pc:spChg chg="add mod">
          <ac:chgData name="Shenvi, Ajit Ashok" userId="071e9822-93c4-49ff-b73c-8c6b3cb55e6c" providerId="ADAL" clId="{4B5B27F2-713A-4F3A-BEBD-4CA1B0C6DEF3}" dt="2026-05-01T12:49:05.827" v="2742" actId="1076"/>
          <ac:spMkLst>
            <pc:docMk/>
            <pc:sldMk cId="1927967221" sldId="334"/>
            <ac:spMk id="16" creationId="{6F217AB2-ED98-C426-F8E1-3356501843C6}"/>
          </ac:spMkLst>
        </pc:spChg>
        <pc:spChg chg="add mod">
          <ac:chgData name="Shenvi, Ajit Ashok" userId="071e9822-93c4-49ff-b73c-8c6b3cb55e6c" providerId="ADAL" clId="{4B5B27F2-713A-4F3A-BEBD-4CA1B0C6DEF3}" dt="2026-05-02T16:49:43.837" v="5035" actId="1037"/>
          <ac:spMkLst>
            <pc:docMk/>
            <pc:sldMk cId="1927967221" sldId="334"/>
            <ac:spMk id="60" creationId="{5B51E054-35F3-CF33-551B-DFD91504D1F1}"/>
          </ac:spMkLst>
        </pc:spChg>
        <pc:grpChg chg="add mod">
          <ac:chgData name="Shenvi, Ajit Ashok" userId="071e9822-93c4-49ff-b73c-8c6b3cb55e6c" providerId="ADAL" clId="{4B5B27F2-713A-4F3A-BEBD-4CA1B0C6DEF3}" dt="2026-05-01T12:48:47.131" v="2740" actId="14100"/>
          <ac:grpSpMkLst>
            <pc:docMk/>
            <pc:sldMk cId="1927967221" sldId="334"/>
            <ac:grpSpMk id="13" creationId="{49333836-5743-71E2-D067-EA4F6A214E0D}"/>
          </ac:grpSpMkLst>
        </pc:grpChg>
        <pc:picChg chg="add mod">
          <ac:chgData name="Shenvi, Ajit Ashok" userId="071e9822-93c4-49ff-b73c-8c6b3cb55e6c" providerId="ADAL" clId="{4B5B27F2-713A-4F3A-BEBD-4CA1B0C6DEF3}" dt="2026-05-01T04:20:22.015" v="2618" actId="164"/>
          <ac:picMkLst>
            <pc:docMk/>
            <pc:sldMk cId="1927967221" sldId="334"/>
            <ac:picMk id="5" creationId="{B90873F0-6A23-CA45-8A3E-F7DCCDF3521C}"/>
          </ac:picMkLst>
        </pc:picChg>
        <pc:cxnChg chg="add mod">
          <ac:chgData name="Shenvi, Ajit Ashok" userId="071e9822-93c4-49ff-b73c-8c6b3cb55e6c" providerId="ADAL" clId="{4B5B27F2-713A-4F3A-BEBD-4CA1B0C6DEF3}" dt="2026-05-01T12:48:47.131" v="2740" actId="14100"/>
          <ac:cxnSpMkLst>
            <pc:docMk/>
            <pc:sldMk cId="1927967221" sldId="334"/>
            <ac:cxnSpMk id="3" creationId="{77149682-F869-0B40-A143-0C0278909AC5}"/>
          </ac:cxnSpMkLst>
        </pc:cxnChg>
        <pc:cxnChg chg="add mod">
          <ac:chgData name="Shenvi, Ajit Ashok" userId="071e9822-93c4-49ff-b73c-8c6b3cb55e6c" providerId="ADAL" clId="{4B5B27F2-713A-4F3A-BEBD-4CA1B0C6DEF3}" dt="2026-05-02T16:48:43.840" v="5030" actId="14100"/>
          <ac:cxnSpMkLst>
            <pc:docMk/>
            <pc:sldMk cId="1927967221" sldId="334"/>
            <ac:cxnSpMk id="4" creationId="{855557B3-9CE2-9115-4B04-73465E1E23B5}"/>
          </ac:cxnSpMkLst>
        </pc:cxnChg>
        <pc:cxnChg chg="add mod">
          <ac:chgData name="Shenvi, Ajit Ashok" userId="071e9822-93c4-49ff-b73c-8c6b3cb55e6c" providerId="ADAL" clId="{4B5B27F2-713A-4F3A-BEBD-4CA1B0C6DEF3}" dt="2026-05-02T16:52:51.751" v="5041" actId="14100"/>
          <ac:cxnSpMkLst>
            <pc:docMk/>
            <pc:sldMk cId="1927967221" sldId="334"/>
            <ac:cxnSpMk id="19" creationId="{A6BB7A39-043D-788C-06CF-3BB4D7695D81}"/>
          </ac:cxnSpMkLst>
        </pc:cxnChg>
        <pc:cxnChg chg="add mod">
          <ac:chgData name="Shenvi, Ajit Ashok" userId="071e9822-93c4-49ff-b73c-8c6b3cb55e6c" providerId="ADAL" clId="{4B5B27F2-713A-4F3A-BEBD-4CA1B0C6DEF3}" dt="2026-05-02T16:53:03.876" v="5043" actId="14100"/>
          <ac:cxnSpMkLst>
            <pc:docMk/>
            <pc:sldMk cId="1927967221" sldId="334"/>
            <ac:cxnSpMk id="22" creationId="{1595AB0B-EC98-D79C-7346-CA0A8D714BA6}"/>
          </ac:cxnSpMkLst>
        </pc:cxnChg>
        <pc:cxnChg chg="add mod">
          <ac:chgData name="Shenvi, Ajit Ashok" userId="071e9822-93c4-49ff-b73c-8c6b3cb55e6c" providerId="ADAL" clId="{4B5B27F2-713A-4F3A-BEBD-4CA1B0C6DEF3}" dt="2026-05-02T16:53:12.328" v="5045" actId="14100"/>
          <ac:cxnSpMkLst>
            <pc:docMk/>
            <pc:sldMk cId="1927967221" sldId="334"/>
            <ac:cxnSpMk id="25" creationId="{85A4A93D-29B8-3EBA-8461-7EBC57125C7E}"/>
          </ac:cxnSpMkLst>
        </pc:cxnChg>
        <pc:cxnChg chg="add mod">
          <ac:chgData name="Shenvi, Ajit Ashok" userId="071e9822-93c4-49ff-b73c-8c6b3cb55e6c" providerId="ADAL" clId="{4B5B27F2-713A-4F3A-BEBD-4CA1B0C6DEF3}" dt="2026-05-02T16:52:11.447" v="5039" actId="14100"/>
          <ac:cxnSpMkLst>
            <pc:docMk/>
            <pc:sldMk cId="1927967221" sldId="334"/>
            <ac:cxnSpMk id="62" creationId="{C937C69D-19C1-9EC9-44C2-9C78855AE469}"/>
          </ac:cxnSpMkLst>
        </pc:cxnChg>
      </pc:sldChg>
      <pc:sldChg chg="addSp modSp add mod">
        <pc:chgData name="Shenvi, Ajit Ashok" userId="071e9822-93c4-49ff-b73c-8c6b3cb55e6c" providerId="ADAL" clId="{4B5B27F2-713A-4F3A-BEBD-4CA1B0C6DEF3}" dt="2026-05-03T04:07:41.308" v="5328" actId="113"/>
        <pc:sldMkLst>
          <pc:docMk/>
          <pc:sldMk cId="2894007289" sldId="335"/>
        </pc:sldMkLst>
        <pc:spChg chg="mod">
          <ac:chgData name="Shenvi, Ajit Ashok" userId="071e9822-93c4-49ff-b73c-8c6b3cb55e6c" providerId="ADAL" clId="{4B5B27F2-713A-4F3A-BEBD-4CA1B0C6DEF3}" dt="2026-05-03T04:07:41.308" v="5328" actId="113"/>
          <ac:spMkLst>
            <pc:docMk/>
            <pc:sldMk cId="2894007289" sldId="335"/>
            <ac:spMk id="4" creationId="{AD94C1FA-9DE8-AA31-665D-F6AB865FABD1}"/>
          </ac:spMkLst>
        </pc:spChg>
        <pc:spChg chg="mod">
          <ac:chgData name="Shenvi, Ajit Ashok" userId="071e9822-93c4-49ff-b73c-8c6b3cb55e6c" providerId="ADAL" clId="{4B5B27F2-713A-4F3A-BEBD-4CA1B0C6DEF3}" dt="2026-05-01T13:00:34.056" v="2845" actId="6549"/>
          <ac:spMkLst>
            <pc:docMk/>
            <pc:sldMk cId="2894007289" sldId="335"/>
            <ac:spMk id="14" creationId="{C7D7A091-938A-69C9-F3A5-A6046001903C}"/>
          </ac:spMkLst>
        </pc:spChg>
        <pc:picChg chg="add mod">
          <ac:chgData name="Shenvi, Ajit Ashok" userId="071e9822-93c4-49ff-b73c-8c6b3cb55e6c" providerId="ADAL" clId="{4B5B27F2-713A-4F3A-BEBD-4CA1B0C6DEF3}" dt="2026-05-01T12:59:52.598" v="2840" actId="1076"/>
          <ac:picMkLst>
            <pc:docMk/>
            <pc:sldMk cId="2894007289" sldId="335"/>
            <ac:picMk id="3" creationId="{3C1209AF-33E4-F052-C3F1-8A23928366A8}"/>
          </ac:picMkLst>
        </pc:picChg>
        <pc:picChg chg="add mod">
          <ac:chgData name="Shenvi, Ajit Ashok" userId="071e9822-93c4-49ff-b73c-8c6b3cb55e6c" providerId="ADAL" clId="{4B5B27F2-713A-4F3A-BEBD-4CA1B0C6DEF3}" dt="2026-05-01T13:02:27.726" v="2873" actId="14100"/>
          <ac:picMkLst>
            <pc:docMk/>
            <pc:sldMk cId="2894007289" sldId="335"/>
            <ac:picMk id="6" creationId="{0802F6F9-2693-B0B1-189B-EF0A5ACCCEA9}"/>
          </ac:picMkLst>
        </pc:picChg>
        <pc:picChg chg="add mod">
          <ac:chgData name="Shenvi, Ajit Ashok" userId="071e9822-93c4-49ff-b73c-8c6b3cb55e6c" providerId="ADAL" clId="{4B5B27F2-713A-4F3A-BEBD-4CA1B0C6DEF3}" dt="2026-05-01T13:02:20.374" v="2872" actId="14100"/>
          <ac:picMkLst>
            <pc:docMk/>
            <pc:sldMk cId="2894007289" sldId="335"/>
            <ac:picMk id="8" creationId="{1F15F352-8E3A-36BA-F1D3-959EEEEFE6CC}"/>
          </ac:picMkLst>
        </pc:picChg>
      </pc:sldChg>
      <pc:sldChg chg="addSp delSp modSp add mod">
        <pc:chgData name="Shenvi, Ajit Ashok" userId="071e9822-93c4-49ff-b73c-8c6b3cb55e6c" providerId="ADAL" clId="{4B5B27F2-713A-4F3A-BEBD-4CA1B0C6DEF3}" dt="2026-05-01T13:07:11.267" v="2909" actId="20577"/>
        <pc:sldMkLst>
          <pc:docMk/>
          <pc:sldMk cId="225431977" sldId="336"/>
        </pc:sldMkLst>
        <pc:spChg chg="mod">
          <ac:chgData name="Shenvi, Ajit Ashok" userId="071e9822-93c4-49ff-b73c-8c6b3cb55e6c" providerId="ADAL" clId="{4B5B27F2-713A-4F3A-BEBD-4CA1B0C6DEF3}" dt="2026-05-01T13:07:11.267" v="2909" actId="20577"/>
          <ac:spMkLst>
            <pc:docMk/>
            <pc:sldMk cId="225431977" sldId="336"/>
            <ac:spMk id="4" creationId="{716A6747-C5C6-B3DA-21E5-CFDAE52F35E8}"/>
          </ac:spMkLst>
        </pc:spChg>
        <pc:picChg chg="add mod">
          <ac:chgData name="Shenvi, Ajit Ashok" userId="071e9822-93c4-49ff-b73c-8c6b3cb55e6c" providerId="ADAL" clId="{4B5B27F2-713A-4F3A-BEBD-4CA1B0C6DEF3}" dt="2026-05-01T13:04:35.990" v="2883" actId="14100"/>
          <ac:picMkLst>
            <pc:docMk/>
            <pc:sldMk cId="225431977" sldId="336"/>
            <ac:picMk id="5" creationId="{B0E46279-52DE-BB4C-8880-630BD38DF8A1}"/>
          </ac:picMkLst>
        </pc:picChg>
        <pc:picChg chg="add mod">
          <ac:chgData name="Shenvi, Ajit Ashok" userId="071e9822-93c4-49ff-b73c-8c6b3cb55e6c" providerId="ADAL" clId="{4B5B27F2-713A-4F3A-BEBD-4CA1B0C6DEF3}" dt="2026-05-01T13:06:11.913" v="2898" actId="1035"/>
          <ac:picMkLst>
            <pc:docMk/>
            <pc:sldMk cId="225431977" sldId="336"/>
            <ac:picMk id="9" creationId="{CEBB3961-5D55-D6FF-37FF-6C76260127BE}"/>
          </ac:picMkLst>
        </pc:picChg>
        <pc:picChg chg="add mod">
          <ac:chgData name="Shenvi, Ajit Ashok" userId="071e9822-93c4-49ff-b73c-8c6b3cb55e6c" providerId="ADAL" clId="{4B5B27F2-713A-4F3A-BEBD-4CA1B0C6DEF3}" dt="2026-05-01T13:06:06.345" v="2894" actId="14100"/>
          <ac:picMkLst>
            <pc:docMk/>
            <pc:sldMk cId="225431977" sldId="336"/>
            <ac:picMk id="11" creationId="{6054FE88-054D-186D-3B57-4C21E968031F}"/>
          </ac:picMkLst>
        </pc:picChg>
      </pc:sldChg>
      <pc:sldChg chg="addSp delSp modSp add mod">
        <pc:chgData name="Shenvi, Ajit Ashok" userId="071e9822-93c4-49ff-b73c-8c6b3cb55e6c" providerId="ADAL" clId="{4B5B27F2-713A-4F3A-BEBD-4CA1B0C6DEF3}" dt="2026-05-03T04:07:18.499" v="5325" actId="113"/>
        <pc:sldMkLst>
          <pc:docMk/>
          <pc:sldMk cId="199823388" sldId="337"/>
        </pc:sldMkLst>
        <pc:spChg chg="mod">
          <ac:chgData name="Shenvi, Ajit Ashok" userId="071e9822-93c4-49ff-b73c-8c6b3cb55e6c" providerId="ADAL" clId="{4B5B27F2-713A-4F3A-BEBD-4CA1B0C6DEF3}" dt="2026-05-03T04:07:18.499" v="5325" actId="113"/>
          <ac:spMkLst>
            <pc:docMk/>
            <pc:sldMk cId="199823388" sldId="337"/>
            <ac:spMk id="4" creationId="{12FAB161-6F87-8871-4B47-2D691CAF1F2F}"/>
          </ac:spMkLst>
        </pc:spChg>
        <pc:picChg chg="add mod">
          <ac:chgData name="Shenvi, Ajit Ashok" userId="071e9822-93c4-49ff-b73c-8c6b3cb55e6c" providerId="ADAL" clId="{4B5B27F2-713A-4F3A-BEBD-4CA1B0C6DEF3}" dt="2026-05-01T13:08:37.798" v="2918" actId="14100"/>
          <ac:picMkLst>
            <pc:docMk/>
            <pc:sldMk cId="199823388" sldId="337"/>
            <ac:picMk id="3" creationId="{46270642-5083-2C2C-C500-2BFF1BA6FFBE}"/>
          </ac:picMkLst>
        </pc:picChg>
        <pc:picChg chg="add mod">
          <ac:chgData name="Shenvi, Ajit Ashok" userId="071e9822-93c4-49ff-b73c-8c6b3cb55e6c" providerId="ADAL" clId="{4B5B27F2-713A-4F3A-BEBD-4CA1B0C6DEF3}" dt="2026-05-01T13:09:32.811" v="2926" actId="1076"/>
          <ac:picMkLst>
            <pc:docMk/>
            <pc:sldMk cId="199823388" sldId="337"/>
            <ac:picMk id="7" creationId="{E67FB9BE-DB53-FBA6-EDF2-B86FAE8F9811}"/>
          </ac:picMkLst>
        </pc:picChg>
      </pc:sldChg>
      <pc:sldChg chg="addSp delSp modSp add mod">
        <pc:chgData name="Shenvi, Ajit Ashok" userId="071e9822-93c4-49ff-b73c-8c6b3cb55e6c" providerId="ADAL" clId="{4B5B27F2-713A-4F3A-BEBD-4CA1B0C6DEF3}" dt="2026-05-02T16:59:51.515" v="5072" actId="20577"/>
        <pc:sldMkLst>
          <pc:docMk/>
          <pc:sldMk cId="2830525712" sldId="338"/>
        </pc:sldMkLst>
        <pc:spChg chg="mod">
          <ac:chgData name="Shenvi, Ajit Ashok" userId="071e9822-93c4-49ff-b73c-8c6b3cb55e6c" providerId="ADAL" clId="{4B5B27F2-713A-4F3A-BEBD-4CA1B0C6DEF3}" dt="2026-05-01T13:48:31.135" v="3809" actId="1076"/>
          <ac:spMkLst>
            <pc:docMk/>
            <pc:sldMk cId="2830525712" sldId="338"/>
            <ac:spMk id="4" creationId="{900EA502-1840-145B-88C9-8B80B084EE5D}"/>
          </ac:spMkLst>
        </pc:spChg>
        <pc:spChg chg="add mod">
          <ac:chgData name="Shenvi, Ajit Ashok" userId="071e9822-93c4-49ff-b73c-8c6b3cb55e6c" providerId="ADAL" clId="{4B5B27F2-713A-4F3A-BEBD-4CA1B0C6DEF3}" dt="2026-05-01T13:26:41.968" v="2995" actId="1076"/>
          <ac:spMkLst>
            <pc:docMk/>
            <pc:sldMk cId="2830525712" sldId="338"/>
            <ac:spMk id="8" creationId="{3F1C3760-E05F-5B38-744E-B09C4C366B14}"/>
          </ac:spMkLst>
        </pc:spChg>
        <pc:spChg chg="add mod">
          <ac:chgData name="Shenvi, Ajit Ashok" userId="071e9822-93c4-49ff-b73c-8c6b3cb55e6c" providerId="ADAL" clId="{4B5B27F2-713A-4F3A-BEBD-4CA1B0C6DEF3}" dt="2026-05-01T13:26:53.387" v="2998" actId="1076"/>
          <ac:spMkLst>
            <pc:docMk/>
            <pc:sldMk cId="2830525712" sldId="338"/>
            <ac:spMk id="10" creationId="{038113A0-58F8-FEED-02C5-28291D80725C}"/>
          </ac:spMkLst>
        </pc:spChg>
        <pc:spChg chg="mod">
          <ac:chgData name="Shenvi, Ajit Ashok" userId="071e9822-93c4-49ff-b73c-8c6b3cb55e6c" providerId="ADAL" clId="{4B5B27F2-713A-4F3A-BEBD-4CA1B0C6DEF3}" dt="2026-05-02T16:59:51.515" v="5072" actId="20577"/>
          <ac:spMkLst>
            <pc:docMk/>
            <pc:sldMk cId="2830525712" sldId="338"/>
            <ac:spMk id="14" creationId="{7560EA7F-FB66-96F3-5C94-F9FFB3AE23D8}"/>
          </ac:spMkLst>
        </pc:spChg>
        <pc:picChg chg="add mod">
          <ac:chgData name="Shenvi, Ajit Ashok" userId="071e9822-93c4-49ff-b73c-8c6b3cb55e6c" providerId="ADAL" clId="{4B5B27F2-713A-4F3A-BEBD-4CA1B0C6DEF3}" dt="2026-05-01T13:27:23.026" v="3002" actId="14100"/>
          <ac:picMkLst>
            <pc:docMk/>
            <pc:sldMk cId="2830525712" sldId="338"/>
            <ac:picMk id="2" creationId="{F17A195C-B852-6AEB-C92A-1A490A53D858}"/>
          </ac:picMkLst>
        </pc:picChg>
        <pc:picChg chg="add mod">
          <ac:chgData name="Shenvi, Ajit Ashok" userId="071e9822-93c4-49ff-b73c-8c6b3cb55e6c" providerId="ADAL" clId="{4B5B27F2-713A-4F3A-BEBD-4CA1B0C6DEF3}" dt="2026-05-01T13:27:01.280" v="3000" actId="14100"/>
          <ac:picMkLst>
            <pc:docMk/>
            <pc:sldMk cId="2830525712" sldId="338"/>
            <ac:picMk id="5" creationId="{A066A10D-B8FC-93B6-796B-6C01C2FE7916}"/>
          </ac:picMkLst>
        </pc:picChg>
        <pc:picChg chg="add mod">
          <ac:chgData name="Shenvi, Ajit Ashok" userId="071e9822-93c4-49ff-b73c-8c6b3cb55e6c" providerId="ADAL" clId="{4B5B27F2-713A-4F3A-BEBD-4CA1B0C6DEF3}" dt="2026-05-01T13:49:08.291" v="3810" actId="14100"/>
          <ac:picMkLst>
            <pc:docMk/>
            <pc:sldMk cId="2830525712" sldId="338"/>
            <ac:picMk id="12" creationId="{4F352000-35C1-948B-031B-74AA458065FC}"/>
          </ac:picMkLst>
        </pc:picChg>
      </pc:sldChg>
      <pc:sldChg chg="addSp delSp modSp add mod">
        <pc:chgData name="Shenvi, Ajit Ashok" userId="071e9822-93c4-49ff-b73c-8c6b3cb55e6c" providerId="ADAL" clId="{4B5B27F2-713A-4F3A-BEBD-4CA1B0C6DEF3}" dt="2026-05-01T13:29:26.754" v="3059" actId="14100"/>
        <pc:sldMkLst>
          <pc:docMk/>
          <pc:sldMk cId="671169737" sldId="339"/>
        </pc:sldMkLst>
        <pc:spChg chg="mod">
          <ac:chgData name="Shenvi, Ajit Ashok" userId="071e9822-93c4-49ff-b73c-8c6b3cb55e6c" providerId="ADAL" clId="{4B5B27F2-713A-4F3A-BEBD-4CA1B0C6DEF3}" dt="2026-05-01T13:29:26.754" v="3059" actId="14100"/>
          <ac:spMkLst>
            <pc:docMk/>
            <pc:sldMk cId="671169737" sldId="339"/>
            <ac:spMk id="4" creationId="{92D6630A-D6B5-62C4-7EFE-D64A05CDC65F}"/>
          </ac:spMkLst>
        </pc:spChg>
        <pc:spChg chg="mod">
          <ac:chgData name="Shenvi, Ajit Ashok" userId="071e9822-93c4-49ff-b73c-8c6b3cb55e6c" providerId="ADAL" clId="{4B5B27F2-713A-4F3A-BEBD-4CA1B0C6DEF3}" dt="2026-05-01T13:28:34.265" v="3044" actId="20577"/>
          <ac:spMkLst>
            <pc:docMk/>
            <pc:sldMk cId="671169737" sldId="339"/>
            <ac:spMk id="14" creationId="{8BF6992E-0C3F-A884-0EBA-4F20886686B2}"/>
          </ac:spMkLst>
        </pc:spChg>
        <pc:picChg chg="add mod">
          <ac:chgData name="Shenvi, Ajit Ashok" userId="071e9822-93c4-49ff-b73c-8c6b3cb55e6c" providerId="ADAL" clId="{4B5B27F2-713A-4F3A-BEBD-4CA1B0C6DEF3}" dt="2026-05-01T13:27:54.174" v="3010" actId="1076"/>
          <ac:picMkLst>
            <pc:docMk/>
            <pc:sldMk cId="671169737" sldId="339"/>
            <ac:picMk id="3" creationId="{D2893110-D1E9-9E64-9C8E-5BCE1E8FD38B}"/>
          </ac:picMkLst>
        </pc:picChg>
      </pc:sldChg>
      <pc:sldChg chg="addSp modSp add mod">
        <pc:chgData name="Shenvi, Ajit Ashok" userId="071e9822-93c4-49ff-b73c-8c6b3cb55e6c" providerId="ADAL" clId="{4B5B27F2-713A-4F3A-BEBD-4CA1B0C6DEF3}" dt="2026-05-01T13:52:46.996" v="3959" actId="207"/>
        <pc:sldMkLst>
          <pc:docMk/>
          <pc:sldMk cId="1236884963" sldId="340"/>
        </pc:sldMkLst>
        <pc:spChg chg="mod">
          <ac:chgData name="Shenvi, Ajit Ashok" userId="071e9822-93c4-49ff-b73c-8c6b3cb55e6c" providerId="ADAL" clId="{4B5B27F2-713A-4F3A-BEBD-4CA1B0C6DEF3}" dt="2026-05-01T13:36:59.834" v="3254" actId="20577"/>
          <ac:spMkLst>
            <pc:docMk/>
            <pc:sldMk cId="1236884963" sldId="340"/>
            <ac:spMk id="4" creationId="{FDB1522E-C4D0-370F-BB84-5752318FFA20}"/>
          </ac:spMkLst>
        </pc:spChg>
        <pc:spChg chg="add mod">
          <ac:chgData name="Shenvi, Ajit Ashok" userId="071e9822-93c4-49ff-b73c-8c6b3cb55e6c" providerId="ADAL" clId="{4B5B27F2-713A-4F3A-BEBD-4CA1B0C6DEF3}" dt="2026-05-01T13:52:46.996" v="3959" actId="207"/>
          <ac:spMkLst>
            <pc:docMk/>
            <pc:sldMk cId="1236884963" sldId="340"/>
            <ac:spMk id="7" creationId="{237861CD-8EF8-B47B-2EE5-9B602DBCB670}"/>
          </ac:spMkLst>
        </pc:spChg>
        <pc:spChg chg="mod">
          <ac:chgData name="Shenvi, Ajit Ashok" userId="071e9822-93c4-49ff-b73c-8c6b3cb55e6c" providerId="ADAL" clId="{4B5B27F2-713A-4F3A-BEBD-4CA1B0C6DEF3}" dt="2026-05-01T13:32:50.240" v="3114" actId="20577"/>
          <ac:spMkLst>
            <pc:docMk/>
            <pc:sldMk cId="1236884963" sldId="340"/>
            <ac:spMk id="14" creationId="{4A96CBA0-4012-BE6B-4431-4371A3A2F5DF}"/>
          </ac:spMkLst>
        </pc:spChg>
        <pc:picChg chg="mod">
          <ac:chgData name="Shenvi, Ajit Ashok" userId="071e9822-93c4-49ff-b73c-8c6b3cb55e6c" providerId="ADAL" clId="{4B5B27F2-713A-4F3A-BEBD-4CA1B0C6DEF3}" dt="2026-05-01T13:36:16.561" v="3231" actId="1076"/>
          <ac:picMkLst>
            <pc:docMk/>
            <pc:sldMk cId="1236884963" sldId="340"/>
            <ac:picMk id="3" creationId="{8FAF186B-668C-0716-6F78-59CBF6907C30}"/>
          </ac:picMkLst>
        </pc:picChg>
        <pc:picChg chg="add mod">
          <ac:chgData name="Shenvi, Ajit Ashok" userId="071e9822-93c4-49ff-b73c-8c6b3cb55e6c" providerId="ADAL" clId="{4B5B27F2-713A-4F3A-BEBD-4CA1B0C6DEF3}" dt="2026-05-01T13:36:22.268" v="3234" actId="1076"/>
          <ac:picMkLst>
            <pc:docMk/>
            <pc:sldMk cId="1236884963" sldId="340"/>
            <ac:picMk id="5" creationId="{9AE0D81E-21CC-DA0B-D16B-B4B5212E8BD0}"/>
          </ac:picMkLst>
        </pc:picChg>
      </pc:sldChg>
      <pc:sldChg chg="addSp delSp modSp add mod">
        <pc:chgData name="Shenvi, Ajit Ashok" userId="071e9822-93c4-49ff-b73c-8c6b3cb55e6c" providerId="ADAL" clId="{4B5B27F2-713A-4F3A-BEBD-4CA1B0C6DEF3}" dt="2026-05-01T13:52:38.498" v="3958" actId="207"/>
        <pc:sldMkLst>
          <pc:docMk/>
          <pc:sldMk cId="3390511267" sldId="341"/>
        </pc:sldMkLst>
        <pc:spChg chg="mod">
          <ac:chgData name="Shenvi, Ajit Ashok" userId="071e9822-93c4-49ff-b73c-8c6b3cb55e6c" providerId="ADAL" clId="{4B5B27F2-713A-4F3A-BEBD-4CA1B0C6DEF3}" dt="2026-05-01T13:40:24.460" v="3513" actId="20577"/>
          <ac:spMkLst>
            <pc:docMk/>
            <pc:sldMk cId="3390511267" sldId="341"/>
            <ac:spMk id="4" creationId="{4B508BB2-061F-F427-12EE-7C2EF0663463}"/>
          </ac:spMkLst>
        </pc:spChg>
        <pc:spChg chg="add mod">
          <ac:chgData name="Shenvi, Ajit Ashok" userId="071e9822-93c4-49ff-b73c-8c6b3cb55e6c" providerId="ADAL" clId="{4B5B27F2-713A-4F3A-BEBD-4CA1B0C6DEF3}" dt="2026-05-01T13:52:38.498" v="3958" actId="207"/>
          <ac:spMkLst>
            <pc:docMk/>
            <pc:sldMk cId="3390511267" sldId="341"/>
            <ac:spMk id="7" creationId="{AD8FA635-C650-79A0-F339-92F754ADD8EF}"/>
          </ac:spMkLst>
        </pc:spChg>
        <pc:picChg chg="add mod">
          <ac:chgData name="Shenvi, Ajit Ashok" userId="071e9822-93c4-49ff-b73c-8c6b3cb55e6c" providerId="ADAL" clId="{4B5B27F2-713A-4F3A-BEBD-4CA1B0C6DEF3}" dt="2026-05-01T13:40:43.038" v="3516" actId="1076"/>
          <ac:picMkLst>
            <pc:docMk/>
            <pc:sldMk cId="3390511267" sldId="341"/>
            <ac:picMk id="2" creationId="{FC988250-5F56-B6DC-FC91-27EF96A4E220}"/>
          </ac:picMkLst>
        </pc:picChg>
        <pc:picChg chg="mod">
          <ac:chgData name="Shenvi, Ajit Ashok" userId="071e9822-93c4-49ff-b73c-8c6b3cb55e6c" providerId="ADAL" clId="{4B5B27F2-713A-4F3A-BEBD-4CA1B0C6DEF3}" dt="2026-05-01T13:40:50.805" v="3518" actId="14100"/>
          <ac:picMkLst>
            <pc:docMk/>
            <pc:sldMk cId="3390511267" sldId="341"/>
            <ac:picMk id="6" creationId="{5A41A40E-57FE-1EAB-D3DD-BCE3C78864B3}"/>
          </ac:picMkLst>
        </pc:picChg>
      </pc:sldChg>
      <pc:sldChg chg="addSp delSp modSp add mod">
        <pc:chgData name="Shenvi, Ajit Ashok" userId="071e9822-93c4-49ff-b73c-8c6b3cb55e6c" providerId="ADAL" clId="{4B5B27F2-713A-4F3A-BEBD-4CA1B0C6DEF3}" dt="2026-05-02T17:00:13.465" v="5073" actId="1076"/>
        <pc:sldMkLst>
          <pc:docMk/>
          <pc:sldMk cId="1233991451" sldId="342"/>
        </pc:sldMkLst>
        <pc:spChg chg="mod">
          <ac:chgData name="Shenvi, Ajit Ashok" userId="071e9822-93c4-49ff-b73c-8c6b3cb55e6c" providerId="ADAL" clId="{4B5B27F2-713A-4F3A-BEBD-4CA1B0C6DEF3}" dt="2026-05-02T17:00:13.465" v="5073" actId="1076"/>
          <ac:spMkLst>
            <pc:docMk/>
            <pc:sldMk cId="1233991451" sldId="342"/>
            <ac:spMk id="4" creationId="{E9BB3B2F-7816-430C-1B9B-F029B3760942}"/>
          </ac:spMkLst>
        </pc:spChg>
        <pc:spChg chg="add mod">
          <ac:chgData name="Shenvi, Ajit Ashok" userId="071e9822-93c4-49ff-b73c-8c6b3cb55e6c" providerId="ADAL" clId="{4B5B27F2-713A-4F3A-BEBD-4CA1B0C6DEF3}" dt="2026-05-01T13:53:11.635" v="3967" actId="20577"/>
          <ac:spMkLst>
            <pc:docMk/>
            <pc:sldMk cId="1233991451" sldId="342"/>
            <ac:spMk id="8" creationId="{4422A961-AC67-89E9-9B10-BD2E9B1A74A4}"/>
          </ac:spMkLst>
        </pc:spChg>
        <pc:picChg chg="add mod">
          <ac:chgData name="Shenvi, Ajit Ashok" userId="071e9822-93c4-49ff-b73c-8c6b3cb55e6c" providerId="ADAL" clId="{4B5B27F2-713A-4F3A-BEBD-4CA1B0C6DEF3}" dt="2026-05-01T13:43:38.503" v="3653" actId="1076"/>
          <ac:picMkLst>
            <pc:docMk/>
            <pc:sldMk cId="1233991451" sldId="342"/>
            <ac:picMk id="5" creationId="{DA3B2E44-4A68-5212-63B6-AEB6AD2D7323}"/>
          </ac:picMkLst>
        </pc:picChg>
        <pc:picChg chg="add mod">
          <ac:chgData name="Shenvi, Ajit Ashok" userId="071e9822-93c4-49ff-b73c-8c6b3cb55e6c" providerId="ADAL" clId="{4B5B27F2-713A-4F3A-BEBD-4CA1B0C6DEF3}" dt="2026-05-01T13:43:33.453" v="3651" actId="14100"/>
          <ac:picMkLst>
            <pc:docMk/>
            <pc:sldMk cId="1233991451" sldId="342"/>
            <ac:picMk id="7" creationId="{80F65FB2-9CC9-D4F0-A2D2-36ECB2BC3E3E}"/>
          </ac:picMkLst>
        </pc:picChg>
      </pc:sldChg>
      <pc:sldChg chg="addSp delSp modSp add mod">
        <pc:chgData name="Shenvi, Ajit Ashok" userId="071e9822-93c4-49ff-b73c-8c6b3cb55e6c" providerId="ADAL" clId="{4B5B27F2-713A-4F3A-BEBD-4CA1B0C6DEF3}" dt="2026-05-02T17:19:54.849" v="5105" actId="20577"/>
        <pc:sldMkLst>
          <pc:docMk/>
          <pc:sldMk cId="3379820818" sldId="343"/>
        </pc:sldMkLst>
        <pc:spChg chg="add mod">
          <ac:chgData name="Shenvi, Ajit Ashok" userId="071e9822-93c4-49ff-b73c-8c6b3cb55e6c" providerId="ADAL" clId="{4B5B27F2-713A-4F3A-BEBD-4CA1B0C6DEF3}" dt="2026-05-01T13:59:26.527" v="4247" actId="1076"/>
          <ac:spMkLst>
            <pc:docMk/>
            <pc:sldMk cId="3379820818" sldId="343"/>
            <ac:spMk id="2" creationId="{44C40BCC-71BB-53AC-B910-D1A67D867A99}"/>
          </ac:spMkLst>
        </pc:spChg>
        <pc:spChg chg="mod">
          <ac:chgData name="Shenvi, Ajit Ashok" userId="071e9822-93c4-49ff-b73c-8c6b3cb55e6c" providerId="ADAL" clId="{4B5B27F2-713A-4F3A-BEBD-4CA1B0C6DEF3}" dt="2026-05-02T17:19:54.849" v="5105" actId="20577"/>
          <ac:spMkLst>
            <pc:docMk/>
            <pc:sldMk cId="3379820818" sldId="343"/>
            <ac:spMk id="4" creationId="{8C369A43-729A-047B-ADA2-EE8034BE6448}"/>
          </ac:spMkLst>
        </pc:spChg>
        <pc:picChg chg="add mod">
          <ac:chgData name="Shenvi, Ajit Ashok" userId="071e9822-93c4-49ff-b73c-8c6b3cb55e6c" providerId="ADAL" clId="{4B5B27F2-713A-4F3A-BEBD-4CA1B0C6DEF3}" dt="2026-05-01T13:58:58.611" v="4245" actId="1076"/>
          <ac:picMkLst>
            <pc:docMk/>
            <pc:sldMk cId="3379820818" sldId="343"/>
            <ac:picMk id="6" creationId="{8DB21B86-4FB0-6108-DF06-1BD0C4E1ADD3}"/>
          </ac:picMkLst>
        </pc:picChg>
        <pc:picChg chg="add mod">
          <ac:chgData name="Shenvi, Ajit Ashok" userId="071e9822-93c4-49ff-b73c-8c6b3cb55e6c" providerId="ADAL" clId="{4B5B27F2-713A-4F3A-BEBD-4CA1B0C6DEF3}" dt="2026-05-01T15:16:21.896" v="4705" actId="14100"/>
          <ac:picMkLst>
            <pc:docMk/>
            <pc:sldMk cId="3379820818" sldId="343"/>
            <ac:picMk id="11" creationId="{95D816F3-22A8-6511-AA27-C0BA1D29DE24}"/>
          </ac:picMkLst>
        </pc:picChg>
      </pc:sldChg>
      <pc:sldChg chg="addSp delSp modSp add mod">
        <pc:chgData name="Shenvi, Ajit Ashok" userId="071e9822-93c4-49ff-b73c-8c6b3cb55e6c" providerId="ADAL" clId="{4B5B27F2-713A-4F3A-BEBD-4CA1B0C6DEF3}" dt="2026-05-01T14:13:07.390" v="4468" actId="1036"/>
        <pc:sldMkLst>
          <pc:docMk/>
          <pc:sldMk cId="3894957817" sldId="344"/>
        </pc:sldMkLst>
        <pc:spChg chg="add mod">
          <ac:chgData name="Shenvi, Ajit Ashok" userId="071e9822-93c4-49ff-b73c-8c6b3cb55e6c" providerId="ADAL" clId="{4B5B27F2-713A-4F3A-BEBD-4CA1B0C6DEF3}" dt="2026-05-01T14:11:26.777" v="4448" actId="1038"/>
          <ac:spMkLst>
            <pc:docMk/>
            <pc:sldMk cId="3894957817" sldId="344"/>
            <ac:spMk id="5" creationId="{5A296E29-6C4B-6CED-FDAE-C126F74C4AA8}"/>
          </ac:spMkLst>
        </pc:spChg>
        <pc:spChg chg="add mod">
          <ac:chgData name="Shenvi, Ajit Ashok" userId="071e9822-93c4-49ff-b73c-8c6b3cb55e6c" providerId="ADAL" clId="{4B5B27F2-713A-4F3A-BEBD-4CA1B0C6DEF3}" dt="2026-05-01T14:12:41.566" v="4460" actId="948"/>
          <ac:spMkLst>
            <pc:docMk/>
            <pc:sldMk cId="3894957817" sldId="344"/>
            <ac:spMk id="8" creationId="{D5A433B5-5E86-3A5F-8AB4-5A140CD4CF1B}"/>
          </ac:spMkLst>
        </pc:spChg>
        <pc:spChg chg="add mod">
          <ac:chgData name="Shenvi, Ajit Ashok" userId="071e9822-93c4-49ff-b73c-8c6b3cb55e6c" providerId="ADAL" clId="{4B5B27F2-713A-4F3A-BEBD-4CA1B0C6DEF3}" dt="2026-05-01T14:12:51.865" v="4462" actId="948"/>
          <ac:spMkLst>
            <pc:docMk/>
            <pc:sldMk cId="3894957817" sldId="344"/>
            <ac:spMk id="12" creationId="{03DFC702-1394-EF36-FFD6-8A77CB1BDC65}"/>
          </ac:spMkLst>
        </pc:spChg>
        <pc:spChg chg="mod">
          <ac:chgData name="Shenvi, Ajit Ashok" userId="071e9822-93c4-49ff-b73c-8c6b3cb55e6c" providerId="ADAL" clId="{4B5B27F2-713A-4F3A-BEBD-4CA1B0C6DEF3}" dt="2026-05-01T14:02:48.163" v="4257" actId="20577"/>
          <ac:spMkLst>
            <pc:docMk/>
            <pc:sldMk cId="3894957817" sldId="344"/>
            <ac:spMk id="14" creationId="{549255B1-FB16-3907-5A54-51162302987C}"/>
          </ac:spMkLst>
        </pc:spChg>
        <pc:spChg chg="add mod">
          <ac:chgData name="Shenvi, Ajit Ashok" userId="071e9822-93c4-49ff-b73c-8c6b3cb55e6c" providerId="ADAL" clId="{4B5B27F2-713A-4F3A-BEBD-4CA1B0C6DEF3}" dt="2026-05-01T14:13:07.390" v="4468" actId="1036"/>
          <ac:spMkLst>
            <pc:docMk/>
            <pc:sldMk cId="3894957817" sldId="344"/>
            <ac:spMk id="15" creationId="{9EB80928-2B84-1C74-8AFA-46BECA91F66B}"/>
          </ac:spMkLst>
        </pc:spChg>
      </pc:sldChg>
      <pc:sldChg chg="addSp delSp modSp add mod">
        <pc:chgData name="Shenvi, Ajit Ashok" userId="071e9822-93c4-49ff-b73c-8c6b3cb55e6c" providerId="ADAL" clId="{4B5B27F2-713A-4F3A-BEBD-4CA1B0C6DEF3}" dt="2026-05-01T14:38:49.983" v="4639" actId="1076"/>
        <pc:sldMkLst>
          <pc:docMk/>
          <pc:sldMk cId="3844498499" sldId="345"/>
        </pc:sldMkLst>
        <pc:spChg chg="mod">
          <ac:chgData name="Shenvi, Ajit Ashok" userId="071e9822-93c4-49ff-b73c-8c6b3cb55e6c" providerId="ADAL" clId="{4B5B27F2-713A-4F3A-BEBD-4CA1B0C6DEF3}" dt="2026-05-01T14:33:19.309" v="4606" actId="20577"/>
          <ac:spMkLst>
            <pc:docMk/>
            <pc:sldMk cId="3844498499" sldId="345"/>
            <ac:spMk id="4" creationId="{492E52A7-3C80-8511-76C8-5EFBCE235A02}"/>
          </ac:spMkLst>
        </pc:spChg>
        <pc:spChg chg="mod">
          <ac:chgData name="Shenvi, Ajit Ashok" userId="071e9822-93c4-49ff-b73c-8c6b3cb55e6c" providerId="ADAL" clId="{4B5B27F2-713A-4F3A-BEBD-4CA1B0C6DEF3}" dt="2026-05-01T14:38:45.968" v="4638" actId="14100"/>
          <ac:spMkLst>
            <pc:docMk/>
            <pc:sldMk cId="3844498499" sldId="345"/>
            <ac:spMk id="7" creationId="{55D1BA7E-DFEA-4F0D-6F4F-2F161918BFC7}"/>
          </ac:spMkLst>
        </pc:spChg>
        <pc:spChg chg="add mod">
          <ac:chgData name="Shenvi, Ajit Ashok" userId="071e9822-93c4-49ff-b73c-8c6b3cb55e6c" providerId="ADAL" clId="{4B5B27F2-713A-4F3A-BEBD-4CA1B0C6DEF3}" dt="2026-05-01T14:38:49.983" v="4639" actId="1076"/>
          <ac:spMkLst>
            <pc:docMk/>
            <pc:sldMk cId="3844498499" sldId="345"/>
            <ac:spMk id="8" creationId="{65C5E2B4-94DD-6EB0-8DDA-9CBEC8F1724D}"/>
          </ac:spMkLst>
        </pc:spChg>
        <pc:spChg chg="mod">
          <ac:chgData name="Shenvi, Ajit Ashok" userId="071e9822-93c4-49ff-b73c-8c6b3cb55e6c" providerId="ADAL" clId="{4B5B27F2-713A-4F3A-BEBD-4CA1B0C6DEF3}" dt="2026-05-01T14:32:58.327" v="4579" actId="20577"/>
          <ac:spMkLst>
            <pc:docMk/>
            <pc:sldMk cId="3844498499" sldId="345"/>
            <ac:spMk id="14" creationId="{F10E1A21-A869-A05D-5170-8230CE1F8A1C}"/>
          </ac:spMkLst>
        </pc:spChg>
        <pc:picChg chg="add mod">
          <ac:chgData name="Shenvi, Ajit Ashok" userId="071e9822-93c4-49ff-b73c-8c6b3cb55e6c" providerId="ADAL" clId="{4B5B27F2-713A-4F3A-BEBD-4CA1B0C6DEF3}" dt="2026-05-01T14:38:41.645" v="4637" actId="14100"/>
          <ac:picMkLst>
            <pc:docMk/>
            <pc:sldMk cId="3844498499" sldId="345"/>
            <ac:picMk id="2" creationId="{28557044-001E-13EA-E71F-A8832AC16435}"/>
          </ac:picMkLst>
        </pc:picChg>
      </pc:sldChg>
      <pc:sldChg chg="addSp delSp modSp add mod">
        <pc:chgData name="Shenvi, Ajit Ashok" userId="071e9822-93c4-49ff-b73c-8c6b3cb55e6c" providerId="ADAL" clId="{4B5B27F2-713A-4F3A-BEBD-4CA1B0C6DEF3}" dt="2026-05-01T14:42:47.976" v="4694" actId="1076"/>
        <pc:sldMkLst>
          <pc:docMk/>
          <pc:sldMk cId="3085149119" sldId="346"/>
        </pc:sldMkLst>
        <pc:spChg chg="mod">
          <ac:chgData name="Shenvi, Ajit Ashok" userId="071e9822-93c4-49ff-b73c-8c6b3cb55e6c" providerId="ADAL" clId="{4B5B27F2-713A-4F3A-BEBD-4CA1B0C6DEF3}" dt="2026-05-01T14:40:04.298" v="4674" actId="20577"/>
          <ac:spMkLst>
            <pc:docMk/>
            <pc:sldMk cId="3085149119" sldId="346"/>
            <ac:spMk id="4" creationId="{3F26C80E-C63B-36B4-3193-C324C8FE2DC5}"/>
          </ac:spMkLst>
        </pc:spChg>
        <pc:spChg chg="mod">
          <ac:chgData name="Shenvi, Ajit Ashok" userId="071e9822-93c4-49ff-b73c-8c6b3cb55e6c" providerId="ADAL" clId="{4B5B27F2-713A-4F3A-BEBD-4CA1B0C6DEF3}" dt="2026-05-01T14:42:44.392" v="4693" actId="1076"/>
          <ac:spMkLst>
            <pc:docMk/>
            <pc:sldMk cId="3085149119" sldId="346"/>
            <ac:spMk id="7" creationId="{0CC12C88-928B-E5E3-AB82-6F3E65E0FFCB}"/>
          </ac:spMkLst>
        </pc:spChg>
        <pc:spChg chg="mod">
          <ac:chgData name="Shenvi, Ajit Ashok" userId="071e9822-93c4-49ff-b73c-8c6b3cb55e6c" providerId="ADAL" clId="{4B5B27F2-713A-4F3A-BEBD-4CA1B0C6DEF3}" dt="2026-05-01T14:41:30.511" v="4686" actId="1076"/>
          <ac:spMkLst>
            <pc:docMk/>
            <pc:sldMk cId="3085149119" sldId="346"/>
            <ac:spMk id="8" creationId="{3C6BCF1F-ED5D-C2A5-2055-FEBA80078A1A}"/>
          </ac:spMkLst>
        </pc:spChg>
        <pc:spChg chg="mod">
          <ac:chgData name="Shenvi, Ajit Ashok" userId="071e9822-93c4-49ff-b73c-8c6b3cb55e6c" providerId="ADAL" clId="{4B5B27F2-713A-4F3A-BEBD-4CA1B0C6DEF3}" dt="2026-05-01T14:38:59.150" v="4642" actId="20577"/>
          <ac:spMkLst>
            <pc:docMk/>
            <pc:sldMk cId="3085149119" sldId="346"/>
            <ac:spMk id="14" creationId="{E26A3F7F-10A7-47C6-4297-D52E5E8BE894}"/>
          </ac:spMkLst>
        </pc:spChg>
        <pc:picChg chg="add mod">
          <ac:chgData name="Shenvi, Ajit Ashok" userId="071e9822-93c4-49ff-b73c-8c6b3cb55e6c" providerId="ADAL" clId="{4B5B27F2-713A-4F3A-BEBD-4CA1B0C6DEF3}" dt="2026-05-01T14:42:47.976" v="4694" actId="1076"/>
          <ac:picMkLst>
            <pc:docMk/>
            <pc:sldMk cId="3085149119" sldId="346"/>
            <ac:picMk id="3" creationId="{640AC614-8140-1B02-B217-C1E68A3F5E5E}"/>
          </ac:picMkLst>
        </pc:picChg>
      </pc:sldChg>
      <pc:sldChg chg="addSp delSp modSp add mod">
        <pc:chgData name="Shenvi, Ajit Ashok" userId="071e9822-93c4-49ff-b73c-8c6b3cb55e6c" providerId="ADAL" clId="{4B5B27F2-713A-4F3A-BEBD-4CA1B0C6DEF3}" dt="2026-05-02T07:28:47.486" v="4955" actId="20577"/>
        <pc:sldMkLst>
          <pc:docMk/>
          <pc:sldMk cId="2962441234" sldId="347"/>
        </pc:sldMkLst>
        <pc:spChg chg="del">
          <ac:chgData name="Shenvi, Ajit Ashok" userId="071e9822-93c4-49ff-b73c-8c6b3cb55e6c" providerId="ADAL" clId="{4B5B27F2-713A-4F3A-BEBD-4CA1B0C6DEF3}" dt="2026-05-02T07:13:31.872" v="4715" actId="478"/>
          <ac:spMkLst>
            <pc:docMk/>
            <pc:sldMk cId="2962441234" sldId="347"/>
            <ac:spMk id="4" creationId="{503FD793-83FC-01A2-D619-A02D2A81BD53}"/>
          </ac:spMkLst>
        </pc:spChg>
        <pc:spChg chg="add mod">
          <ac:chgData name="Shenvi, Ajit Ashok" userId="071e9822-93c4-49ff-b73c-8c6b3cb55e6c" providerId="ADAL" clId="{4B5B27F2-713A-4F3A-BEBD-4CA1B0C6DEF3}" dt="2026-05-02T07:24:31.407" v="4897" actId="113"/>
          <ac:spMkLst>
            <pc:docMk/>
            <pc:sldMk cId="2962441234" sldId="347"/>
            <ac:spMk id="5" creationId="{EEEEBA1E-E0E3-9087-82F7-1B6AF9E99394}"/>
          </ac:spMkLst>
        </pc:spChg>
        <pc:spChg chg="mod">
          <ac:chgData name="Shenvi, Ajit Ashok" userId="071e9822-93c4-49ff-b73c-8c6b3cb55e6c" providerId="ADAL" clId="{4B5B27F2-713A-4F3A-BEBD-4CA1B0C6DEF3}" dt="2026-05-02T07:23:56.836" v="4884" actId="207"/>
          <ac:spMkLst>
            <pc:docMk/>
            <pc:sldMk cId="2962441234" sldId="347"/>
            <ac:spMk id="7" creationId="{EE5A6309-F290-5C29-7953-39EB7365778C}"/>
          </ac:spMkLst>
        </pc:spChg>
        <pc:spChg chg="del">
          <ac:chgData name="Shenvi, Ajit Ashok" userId="071e9822-93c4-49ff-b73c-8c6b3cb55e6c" providerId="ADAL" clId="{4B5B27F2-713A-4F3A-BEBD-4CA1B0C6DEF3}" dt="2026-05-02T07:17:25.668" v="4748" actId="478"/>
          <ac:spMkLst>
            <pc:docMk/>
            <pc:sldMk cId="2962441234" sldId="347"/>
            <ac:spMk id="8" creationId="{3368F303-5FAA-BCA2-9B8C-11355A43E8D1}"/>
          </ac:spMkLst>
        </pc:spChg>
        <pc:spChg chg="add mod">
          <ac:chgData name="Shenvi, Ajit Ashok" userId="071e9822-93c4-49ff-b73c-8c6b3cb55e6c" providerId="ADAL" clId="{4B5B27F2-713A-4F3A-BEBD-4CA1B0C6DEF3}" dt="2026-05-02T07:25:18.452" v="4921" actId="113"/>
          <ac:spMkLst>
            <pc:docMk/>
            <pc:sldMk cId="2962441234" sldId="347"/>
            <ac:spMk id="9" creationId="{D3B3BBE6-9152-9770-31D0-14D32B4797A5}"/>
          </ac:spMkLst>
        </pc:spChg>
        <pc:spChg chg="add mod">
          <ac:chgData name="Shenvi, Ajit Ashok" userId="071e9822-93c4-49ff-b73c-8c6b3cb55e6c" providerId="ADAL" clId="{4B5B27F2-713A-4F3A-BEBD-4CA1B0C6DEF3}" dt="2026-05-02T07:26:03.738" v="4930" actId="113"/>
          <ac:spMkLst>
            <pc:docMk/>
            <pc:sldMk cId="2962441234" sldId="347"/>
            <ac:spMk id="11" creationId="{835F79BF-5C9B-9AC1-A35C-8850E96FDB23}"/>
          </ac:spMkLst>
        </pc:spChg>
        <pc:spChg chg="add mod">
          <ac:chgData name="Shenvi, Ajit Ashok" userId="071e9822-93c4-49ff-b73c-8c6b3cb55e6c" providerId="ADAL" clId="{4B5B27F2-713A-4F3A-BEBD-4CA1B0C6DEF3}" dt="2026-05-02T07:26:16.142" v="4934" actId="113"/>
          <ac:spMkLst>
            <pc:docMk/>
            <pc:sldMk cId="2962441234" sldId="347"/>
            <ac:spMk id="13" creationId="{AF7566C7-8B65-FBC5-94F2-3264630FA809}"/>
          </ac:spMkLst>
        </pc:spChg>
        <pc:spChg chg="mod">
          <ac:chgData name="Shenvi, Ajit Ashok" userId="071e9822-93c4-49ff-b73c-8c6b3cb55e6c" providerId="ADAL" clId="{4B5B27F2-713A-4F3A-BEBD-4CA1B0C6DEF3}" dt="2026-05-02T07:13:24.380" v="4714" actId="20577"/>
          <ac:spMkLst>
            <pc:docMk/>
            <pc:sldMk cId="2962441234" sldId="347"/>
            <ac:spMk id="14" creationId="{21C363AF-3639-3911-F8A9-A641E1F5FE2D}"/>
          </ac:spMkLst>
        </pc:spChg>
        <pc:spChg chg="add mod">
          <ac:chgData name="Shenvi, Ajit Ashok" userId="071e9822-93c4-49ff-b73c-8c6b3cb55e6c" providerId="ADAL" clId="{4B5B27F2-713A-4F3A-BEBD-4CA1B0C6DEF3}" dt="2026-05-02T07:27:52.536" v="4943" actId="1076"/>
          <ac:spMkLst>
            <pc:docMk/>
            <pc:sldMk cId="2962441234" sldId="347"/>
            <ac:spMk id="22" creationId="{3918BBBD-5546-AF3D-6409-A004AE26F4DA}"/>
          </ac:spMkLst>
        </pc:spChg>
        <pc:spChg chg="add mod">
          <ac:chgData name="Shenvi, Ajit Ashok" userId="071e9822-93c4-49ff-b73c-8c6b3cb55e6c" providerId="ADAL" clId="{4B5B27F2-713A-4F3A-BEBD-4CA1B0C6DEF3}" dt="2026-05-02T07:27:47.145" v="4942" actId="20577"/>
          <ac:spMkLst>
            <pc:docMk/>
            <pc:sldMk cId="2962441234" sldId="347"/>
            <ac:spMk id="23" creationId="{7A0C744F-AFD8-AD90-B3C7-6F2A25B99D15}"/>
          </ac:spMkLst>
        </pc:spChg>
        <pc:spChg chg="add mod">
          <ac:chgData name="Shenvi, Ajit Ashok" userId="071e9822-93c4-49ff-b73c-8c6b3cb55e6c" providerId="ADAL" clId="{4B5B27F2-713A-4F3A-BEBD-4CA1B0C6DEF3}" dt="2026-05-02T07:28:41.439" v="4953" actId="20577"/>
          <ac:spMkLst>
            <pc:docMk/>
            <pc:sldMk cId="2962441234" sldId="347"/>
            <ac:spMk id="24" creationId="{F3E4EBE8-CFB2-B569-46B7-76849CD2E26B}"/>
          </ac:spMkLst>
        </pc:spChg>
        <pc:spChg chg="add mod">
          <ac:chgData name="Shenvi, Ajit Ashok" userId="071e9822-93c4-49ff-b73c-8c6b3cb55e6c" providerId="ADAL" clId="{4B5B27F2-713A-4F3A-BEBD-4CA1B0C6DEF3}" dt="2026-05-02T07:28:47.486" v="4955" actId="20577"/>
          <ac:spMkLst>
            <pc:docMk/>
            <pc:sldMk cId="2962441234" sldId="347"/>
            <ac:spMk id="25" creationId="{B8B45F23-14F3-921A-3D6D-08B2FBF54BE8}"/>
          </ac:spMkLst>
        </pc:spChg>
        <pc:spChg chg="add mod">
          <ac:chgData name="Shenvi, Ajit Ashok" userId="071e9822-93c4-49ff-b73c-8c6b3cb55e6c" providerId="ADAL" clId="{4B5B27F2-713A-4F3A-BEBD-4CA1B0C6DEF3}" dt="2026-05-02T07:28:20.308" v="4950" actId="20577"/>
          <ac:spMkLst>
            <pc:docMk/>
            <pc:sldMk cId="2962441234" sldId="347"/>
            <ac:spMk id="26" creationId="{E359F42F-BD0F-8CF9-6925-DE728F8D3973}"/>
          </ac:spMkLst>
        </pc:spChg>
        <pc:picChg chg="del">
          <ac:chgData name="Shenvi, Ajit Ashok" userId="071e9822-93c4-49ff-b73c-8c6b3cb55e6c" providerId="ADAL" clId="{4B5B27F2-713A-4F3A-BEBD-4CA1B0C6DEF3}" dt="2026-05-02T07:13:34.949" v="4716" actId="478"/>
          <ac:picMkLst>
            <pc:docMk/>
            <pc:sldMk cId="2962441234" sldId="347"/>
            <ac:picMk id="3" creationId="{61FAE924-729B-32B8-0751-014EB0504AA3}"/>
          </ac:picMkLst>
        </pc:picChg>
        <pc:cxnChg chg="add mod">
          <ac:chgData name="Shenvi, Ajit Ashok" userId="071e9822-93c4-49ff-b73c-8c6b3cb55e6c" providerId="ADAL" clId="{4B5B27F2-713A-4F3A-BEBD-4CA1B0C6DEF3}" dt="2026-05-02T07:23:47.854" v="4882" actId="692"/>
          <ac:cxnSpMkLst>
            <pc:docMk/>
            <pc:sldMk cId="2962441234" sldId="347"/>
            <ac:cxnSpMk id="16" creationId="{732DE02F-D942-67FD-46EE-68A83249508B}"/>
          </ac:cxnSpMkLst>
        </pc:cxnChg>
        <pc:cxnChg chg="add mod">
          <ac:chgData name="Shenvi, Ajit Ashok" userId="071e9822-93c4-49ff-b73c-8c6b3cb55e6c" providerId="ADAL" clId="{4B5B27F2-713A-4F3A-BEBD-4CA1B0C6DEF3}" dt="2026-05-02T07:24:38.063" v="4908" actId="1035"/>
          <ac:cxnSpMkLst>
            <pc:docMk/>
            <pc:sldMk cId="2962441234" sldId="347"/>
            <ac:cxnSpMk id="18" creationId="{A7A7B5FC-358B-3732-AE76-528DF3103920}"/>
          </ac:cxnSpMkLst>
        </pc:cxnChg>
        <pc:cxnChg chg="add mod">
          <ac:chgData name="Shenvi, Ajit Ashok" userId="071e9822-93c4-49ff-b73c-8c6b3cb55e6c" providerId="ADAL" clId="{4B5B27F2-713A-4F3A-BEBD-4CA1B0C6DEF3}" dt="2026-05-02T07:25:12.668" v="4919" actId="1036"/>
          <ac:cxnSpMkLst>
            <pc:docMk/>
            <pc:sldMk cId="2962441234" sldId="347"/>
            <ac:cxnSpMk id="19" creationId="{464E22E8-D734-D2C0-9944-51AB3EC4F6F9}"/>
          </ac:cxnSpMkLst>
        </pc:cxnChg>
        <pc:cxnChg chg="add mod">
          <ac:chgData name="Shenvi, Ajit Ashok" userId="071e9822-93c4-49ff-b73c-8c6b3cb55e6c" providerId="ADAL" clId="{4B5B27F2-713A-4F3A-BEBD-4CA1B0C6DEF3}" dt="2026-05-02T07:25:46.198" v="4927" actId="1036"/>
          <ac:cxnSpMkLst>
            <pc:docMk/>
            <pc:sldMk cId="2962441234" sldId="347"/>
            <ac:cxnSpMk id="20" creationId="{C134D5E6-6E21-ECEA-7DD5-DB2DD7306D27}"/>
          </ac:cxnSpMkLst>
        </pc:cxnChg>
        <pc:cxnChg chg="add mod">
          <ac:chgData name="Shenvi, Ajit Ashok" userId="071e9822-93c4-49ff-b73c-8c6b3cb55e6c" providerId="ADAL" clId="{4B5B27F2-713A-4F3A-BEBD-4CA1B0C6DEF3}" dt="2026-05-02T07:26:48.817" v="4936" actId="1076"/>
          <ac:cxnSpMkLst>
            <pc:docMk/>
            <pc:sldMk cId="2962441234" sldId="347"/>
            <ac:cxnSpMk id="21" creationId="{3BD1C9D8-9A09-4866-6855-88E324493764}"/>
          </ac:cxnSpMkLst>
        </pc:cxnChg>
      </pc:sldChg>
      <pc:sldChg chg="delSp modSp add del mod">
        <pc:chgData name="Shenvi, Ajit Ashok" userId="071e9822-93c4-49ff-b73c-8c6b3cb55e6c" providerId="ADAL" clId="{4B5B27F2-713A-4F3A-BEBD-4CA1B0C6DEF3}" dt="2026-05-02T16:59:12.030" v="5049" actId="47"/>
        <pc:sldMkLst>
          <pc:docMk/>
          <pc:sldMk cId="234371417" sldId="348"/>
        </pc:sldMkLst>
        <pc:spChg chg="mod">
          <ac:chgData name="Shenvi, Ajit Ashok" userId="071e9822-93c4-49ff-b73c-8c6b3cb55e6c" providerId="ADAL" clId="{4B5B27F2-713A-4F3A-BEBD-4CA1B0C6DEF3}" dt="2026-05-02T16:31:59.346" v="5029" actId="6549"/>
          <ac:spMkLst>
            <pc:docMk/>
            <pc:sldMk cId="234371417" sldId="348"/>
            <ac:spMk id="4" creationId="{1401652A-2005-49A5-2B88-BD15ED2668DA}"/>
          </ac:spMkLst>
        </pc:spChg>
        <pc:picChg chg="del">
          <ac:chgData name="Shenvi, Ajit Ashok" userId="071e9822-93c4-49ff-b73c-8c6b3cb55e6c" providerId="ADAL" clId="{4B5B27F2-713A-4F3A-BEBD-4CA1B0C6DEF3}" dt="2026-05-02T16:30:20.050" v="4965" actId="478"/>
          <ac:picMkLst>
            <pc:docMk/>
            <pc:sldMk cId="234371417" sldId="348"/>
            <ac:picMk id="3" creationId="{CBBEC911-0070-197F-F631-0B55202568CD}"/>
          </ac:picMkLst>
        </pc:picChg>
        <pc:picChg chg="del">
          <ac:chgData name="Shenvi, Ajit Ashok" userId="071e9822-93c4-49ff-b73c-8c6b3cb55e6c" providerId="ADAL" clId="{4B5B27F2-713A-4F3A-BEBD-4CA1B0C6DEF3}" dt="2026-05-02T16:30:20.946" v="4966" actId="478"/>
          <ac:picMkLst>
            <pc:docMk/>
            <pc:sldMk cId="234371417" sldId="348"/>
            <ac:picMk id="7" creationId="{A5894694-A59F-9F8C-78DC-633020E89C51}"/>
          </ac:picMkLst>
        </pc:picChg>
      </pc:sldChg>
      <pc:sldChg chg="addSp delSp modSp add mod setBg">
        <pc:chgData name="Shenvi, Ajit Ashok" userId="071e9822-93c4-49ff-b73c-8c6b3cb55e6c" providerId="ADAL" clId="{4B5B27F2-713A-4F3A-BEBD-4CA1B0C6DEF3}" dt="2026-05-03T02:53:44.260" v="5165" actId="1076"/>
        <pc:sldMkLst>
          <pc:docMk/>
          <pc:sldMk cId="579057198" sldId="348"/>
        </pc:sldMkLst>
        <pc:spChg chg="del">
          <ac:chgData name="Shenvi, Ajit Ashok" userId="071e9822-93c4-49ff-b73c-8c6b3cb55e6c" providerId="ADAL" clId="{4B5B27F2-713A-4F3A-BEBD-4CA1B0C6DEF3}" dt="2026-05-03T02:48:04.892" v="5117" actId="478"/>
          <ac:spMkLst>
            <pc:docMk/>
            <pc:sldMk cId="579057198" sldId="348"/>
            <ac:spMk id="4" creationId="{E2A68B6D-617A-D517-30C3-C73E516485A1}"/>
          </ac:spMkLst>
        </pc:spChg>
        <pc:spChg chg="add del mod">
          <ac:chgData name="Shenvi, Ajit Ashok" userId="071e9822-93c4-49ff-b73c-8c6b3cb55e6c" providerId="ADAL" clId="{4B5B27F2-713A-4F3A-BEBD-4CA1B0C6DEF3}" dt="2026-05-03T02:48:18.882" v="5120" actId="478"/>
          <ac:spMkLst>
            <pc:docMk/>
            <pc:sldMk cId="579057198" sldId="348"/>
            <ac:spMk id="5" creationId="{A40012DB-38D3-DDEA-A44A-FAC905C9A5DD}"/>
          </ac:spMkLst>
        </pc:spChg>
        <pc:spChg chg="del">
          <ac:chgData name="Shenvi, Ajit Ashok" userId="071e9822-93c4-49ff-b73c-8c6b3cb55e6c" providerId="ADAL" clId="{4B5B27F2-713A-4F3A-BEBD-4CA1B0C6DEF3}" dt="2026-05-03T02:48:15.788" v="5119" actId="478"/>
          <ac:spMkLst>
            <pc:docMk/>
            <pc:sldMk cId="579057198" sldId="348"/>
            <ac:spMk id="14" creationId="{F39042BC-63BA-78E7-56CB-ED5D502C8B97}"/>
          </ac:spMkLst>
        </pc:spChg>
        <pc:picChg chg="mod">
          <ac:chgData name="Shenvi, Ajit Ashok" userId="071e9822-93c4-49ff-b73c-8c6b3cb55e6c" providerId="ADAL" clId="{4B5B27F2-713A-4F3A-BEBD-4CA1B0C6DEF3}" dt="2026-05-03T02:53:06.321" v="5158" actId="1076"/>
          <ac:picMkLst>
            <pc:docMk/>
            <pc:sldMk cId="579057198" sldId="348"/>
            <ac:picMk id="3" creationId="{57C888B9-FF36-48EE-9B3E-DDAE12DC0D5C}"/>
          </ac:picMkLst>
        </pc:picChg>
        <pc:picChg chg="mod">
          <ac:chgData name="Shenvi, Ajit Ashok" userId="071e9822-93c4-49ff-b73c-8c6b3cb55e6c" providerId="ADAL" clId="{4B5B27F2-713A-4F3A-BEBD-4CA1B0C6DEF3}" dt="2026-05-03T02:53:17.744" v="5160" actId="1076"/>
          <ac:picMkLst>
            <pc:docMk/>
            <pc:sldMk cId="579057198" sldId="348"/>
            <ac:picMk id="6" creationId="{C559D351-9F6B-7100-C366-FC882E587A0F}"/>
          </ac:picMkLst>
        </pc:picChg>
        <pc:picChg chg="add mod">
          <ac:chgData name="Shenvi, Ajit Ashok" userId="071e9822-93c4-49ff-b73c-8c6b3cb55e6c" providerId="ADAL" clId="{4B5B27F2-713A-4F3A-BEBD-4CA1B0C6DEF3}" dt="2026-05-03T02:53:32.424" v="5162" actId="1076"/>
          <ac:picMkLst>
            <pc:docMk/>
            <pc:sldMk cId="579057198" sldId="348"/>
            <ac:picMk id="7" creationId="{2C1BE240-B6D0-1289-585F-1F96CDDE1FB8}"/>
          </ac:picMkLst>
        </pc:picChg>
        <pc:picChg chg="mod">
          <ac:chgData name="Shenvi, Ajit Ashok" userId="071e9822-93c4-49ff-b73c-8c6b3cb55e6c" providerId="ADAL" clId="{4B5B27F2-713A-4F3A-BEBD-4CA1B0C6DEF3}" dt="2026-05-03T02:53:12.756" v="5159" actId="1076"/>
          <ac:picMkLst>
            <pc:docMk/>
            <pc:sldMk cId="579057198" sldId="348"/>
            <ac:picMk id="8" creationId="{4A5C7D5C-8549-7906-101E-D5955603A8A6}"/>
          </ac:picMkLst>
        </pc:picChg>
        <pc:picChg chg="add mod">
          <ac:chgData name="Shenvi, Ajit Ashok" userId="071e9822-93c4-49ff-b73c-8c6b3cb55e6c" providerId="ADAL" clId="{4B5B27F2-713A-4F3A-BEBD-4CA1B0C6DEF3}" dt="2026-05-03T02:53:37.506" v="5163" actId="1076"/>
          <ac:picMkLst>
            <pc:docMk/>
            <pc:sldMk cId="579057198" sldId="348"/>
            <ac:picMk id="9" creationId="{9C9C1660-3118-2927-2751-6ECDC10FC773}"/>
          </ac:picMkLst>
        </pc:picChg>
        <pc:picChg chg="add mod">
          <ac:chgData name="Shenvi, Ajit Ashok" userId="071e9822-93c4-49ff-b73c-8c6b3cb55e6c" providerId="ADAL" clId="{4B5B27F2-713A-4F3A-BEBD-4CA1B0C6DEF3}" dt="2026-05-03T02:53:40.533" v="5164" actId="1076"/>
          <ac:picMkLst>
            <pc:docMk/>
            <pc:sldMk cId="579057198" sldId="348"/>
            <ac:picMk id="10" creationId="{A2950CEC-11D6-E0F0-9BA2-234C8DA9C38B}"/>
          </ac:picMkLst>
        </pc:picChg>
        <pc:picChg chg="add mod">
          <ac:chgData name="Shenvi, Ajit Ashok" userId="071e9822-93c4-49ff-b73c-8c6b3cb55e6c" providerId="ADAL" clId="{4B5B27F2-713A-4F3A-BEBD-4CA1B0C6DEF3}" dt="2026-05-03T02:53:24.059" v="5161" actId="1076"/>
          <ac:picMkLst>
            <pc:docMk/>
            <pc:sldMk cId="579057198" sldId="348"/>
            <ac:picMk id="11" creationId="{78D2AE66-E9CA-CD1C-4292-BAE46ED85AB0}"/>
          </ac:picMkLst>
        </pc:picChg>
        <pc:picChg chg="add mod">
          <ac:chgData name="Shenvi, Ajit Ashok" userId="071e9822-93c4-49ff-b73c-8c6b3cb55e6c" providerId="ADAL" clId="{4B5B27F2-713A-4F3A-BEBD-4CA1B0C6DEF3}" dt="2026-05-03T02:53:44.260" v="5165" actId="1076"/>
          <ac:picMkLst>
            <pc:docMk/>
            <pc:sldMk cId="579057198" sldId="348"/>
            <ac:picMk id="12" creationId="{BC3D5B6D-4E39-C295-F8DB-9D3A3E21A791}"/>
          </ac:picMkLst>
        </pc:picChg>
      </pc:sldChg>
      <pc:sldChg chg="add del">
        <pc:chgData name="Shenvi, Ajit Ashok" userId="071e9822-93c4-49ff-b73c-8c6b3cb55e6c" providerId="ADAL" clId="{4B5B27F2-713A-4F3A-BEBD-4CA1B0C6DEF3}" dt="2026-05-02T16:58:30.251" v="5047" actId="2890"/>
        <pc:sldMkLst>
          <pc:docMk/>
          <pc:sldMk cId="207068786" sldId="349"/>
        </pc:sldMkLst>
      </pc:sldChg>
      <pc:sldChg chg="delSp modSp add del mod">
        <pc:chgData name="Shenvi, Ajit Ashok" userId="071e9822-93c4-49ff-b73c-8c6b3cb55e6c" providerId="ADAL" clId="{4B5B27F2-713A-4F3A-BEBD-4CA1B0C6DEF3}" dt="2026-05-03T04:14:11.048" v="5329" actId="2696"/>
        <pc:sldMkLst>
          <pc:docMk/>
          <pc:sldMk cId="555753612" sldId="349"/>
        </pc:sldMkLst>
        <pc:picChg chg="mod">
          <ac:chgData name="Shenvi, Ajit Ashok" userId="071e9822-93c4-49ff-b73c-8c6b3cb55e6c" providerId="ADAL" clId="{4B5B27F2-713A-4F3A-BEBD-4CA1B0C6DEF3}" dt="2026-05-03T02:54:34.169" v="5176" actId="1076"/>
          <ac:picMkLst>
            <pc:docMk/>
            <pc:sldMk cId="555753612" sldId="349"/>
            <ac:picMk id="2" creationId="{DAF8019B-D7F1-D225-1E31-3048A27C83A5}"/>
          </ac:picMkLst>
        </pc:picChg>
        <pc:picChg chg="del">
          <ac:chgData name="Shenvi, Ajit Ashok" userId="071e9822-93c4-49ff-b73c-8c6b3cb55e6c" providerId="ADAL" clId="{4B5B27F2-713A-4F3A-BEBD-4CA1B0C6DEF3}" dt="2026-05-03T02:54:19.747" v="5173" actId="478"/>
          <ac:picMkLst>
            <pc:docMk/>
            <pc:sldMk cId="555753612" sldId="349"/>
            <ac:picMk id="3" creationId="{F005BC96-F0CA-08E0-6786-762BFF09861A}"/>
          </ac:picMkLst>
        </pc:picChg>
        <pc:picChg chg="del">
          <ac:chgData name="Shenvi, Ajit Ashok" userId="071e9822-93c4-49ff-b73c-8c6b3cb55e6c" providerId="ADAL" clId="{4B5B27F2-713A-4F3A-BEBD-4CA1B0C6DEF3}" dt="2026-05-03T02:54:15.236" v="5167" actId="478"/>
          <ac:picMkLst>
            <pc:docMk/>
            <pc:sldMk cId="555753612" sldId="349"/>
            <ac:picMk id="6" creationId="{080F6D6A-2375-6C89-29F0-C7F7412A3767}"/>
          </ac:picMkLst>
        </pc:picChg>
        <pc:picChg chg="del">
          <ac:chgData name="Shenvi, Ajit Ashok" userId="071e9822-93c4-49ff-b73c-8c6b3cb55e6c" providerId="ADAL" clId="{4B5B27F2-713A-4F3A-BEBD-4CA1B0C6DEF3}" dt="2026-05-03T02:54:16.302" v="5168" actId="478"/>
          <ac:picMkLst>
            <pc:docMk/>
            <pc:sldMk cId="555753612" sldId="349"/>
            <ac:picMk id="7" creationId="{84500824-E327-288F-1B9C-6FC0830ADC23}"/>
          </ac:picMkLst>
        </pc:picChg>
        <pc:picChg chg="del">
          <ac:chgData name="Shenvi, Ajit Ashok" userId="071e9822-93c4-49ff-b73c-8c6b3cb55e6c" providerId="ADAL" clId="{4B5B27F2-713A-4F3A-BEBD-4CA1B0C6DEF3}" dt="2026-05-03T02:54:15.236" v="5167" actId="478"/>
          <ac:picMkLst>
            <pc:docMk/>
            <pc:sldMk cId="555753612" sldId="349"/>
            <ac:picMk id="8" creationId="{19EC19E8-20FB-26A5-C53B-AFF27389FD18}"/>
          </ac:picMkLst>
        </pc:picChg>
        <pc:picChg chg="del">
          <ac:chgData name="Shenvi, Ajit Ashok" userId="071e9822-93c4-49ff-b73c-8c6b3cb55e6c" providerId="ADAL" clId="{4B5B27F2-713A-4F3A-BEBD-4CA1B0C6DEF3}" dt="2026-05-03T02:54:16.876" v="5169" actId="478"/>
          <ac:picMkLst>
            <pc:docMk/>
            <pc:sldMk cId="555753612" sldId="349"/>
            <ac:picMk id="9" creationId="{427D7D30-988D-C1BA-EF3F-48EB2DDD5988}"/>
          </ac:picMkLst>
        </pc:picChg>
        <pc:picChg chg="del">
          <ac:chgData name="Shenvi, Ajit Ashok" userId="071e9822-93c4-49ff-b73c-8c6b3cb55e6c" providerId="ADAL" clId="{4B5B27F2-713A-4F3A-BEBD-4CA1B0C6DEF3}" dt="2026-05-03T02:54:17.461" v="5170" actId="478"/>
          <ac:picMkLst>
            <pc:docMk/>
            <pc:sldMk cId="555753612" sldId="349"/>
            <ac:picMk id="10" creationId="{3206CB2F-6C20-1636-F3C4-A05308116B74}"/>
          </ac:picMkLst>
        </pc:picChg>
        <pc:picChg chg="del">
          <ac:chgData name="Shenvi, Ajit Ashok" userId="071e9822-93c4-49ff-b73c-8c6b3cb55e6c" providerId="ADAL" clId="{4B5B27F2-713A-4F3A-BEBD-4CA1B0C6DEF3}" dt="2026-05-03T02:54:19.207" v="5172" actId="478"/>
          <ac:picMkLst>
            <pc:docMk/>
            <pc:sldMk cId="555753612" sldId="349"/>
            <ac:picMk id="11" creationId="{BB2C4EEE-78B8-7471-4C19-DD792482D377}"/>
          </ac:picMkLst>
        </pc:picChg>
        <pc:picChg chg="del">
          <ac:chgData name="Shenvi, Ajit Ashok" userId="071e9822-93c4-49ff-b73c-8c6b3cb55e6c" providerId="ADAL" clId="{4B5B27F2-713A-4F3A-BEBD-4CA1B0C6DEF3}" dt="2026-05-03T02:54:18.530" v="5171" actId="478"/>
          <ac:picMkLst>
            <pc:docMk/>
            <pc:sldMk cId="555753612" sldId="349"/>
            <ac:picMk id="12" creationId="{DDF4F799-636B-0F4B-5D20-E1D7A1EB2C5C}"/>
          </ac:picMkLst>
        </pc:picChg>
      </pc:sldChg>
      <pc:sldChg chg="addSp modSp add mod">
        <pc:chgData name="Shenvi, Ajit Ashok" userId="071e9822-93c4-49ff-b73c-8c6b3cb55e6c" providerId="ADAL" clId="{4B5B27F2-713A-4F3A-BEBD-4CA1B0C6DEF3}" dt="2026-05-03T04:14:52.001" v="5386" actId="1076"/>
        <pc:sldMkLst>
          <pc:docMk/>
          <pc:sldMk cId="3249927733" sldId="349"/>
        </pc:sldMkLst>
        <pc:spChg chg="add mod">
          <ac:chgData name="Shenvi, Ajit Ashok" userId="071e9822-93c4-49ff-b73c-8c6b3cb55e6c" providerId="ADAL" clId="{4B5B27F2-713A-4F3A-BEBD-4CA1B0C6DEF3}" dt="2026-05-03T04:14:44.982" v="5384" actId="20577"/>
          <ac:spMkLst>
            <pc:docMk/>
            <pc:sldMk cId="3249927733" sldId="349"/>
            <ac:spMk id="3" creationId="{A1C24E47-48C0-D44A-9451-41C6767C1DCA}"/>
          </ac:spMkLst>
        </pc:spChg>
        <pc:picChg chg="mod">
          <ac:chgData name="Shenvi, Ajit Ashok" userId="071e9822-93c4-49ff-b73c-8c6b3cb55e6c" providerId="ADAL" clId="{4B5B27F2-713A-4F3A-BEBD-4CA1B0C6DEF3}" dt="2026-05-03T04:14:52.001" v="5386" actId="1076"/>
          <ac:picMkLst>
            <pc:docMk/>
            <pc:sldMk cId="3249927733" sldId="349"/>
            <ac:picMk id="2" creationId="{DAF8019B-D7F1-D225-1E31-3048A27C83A5}"/>
          </ac:picMkLst>
        </pc:picChg>
      </pc:sldChg>
      <pc:sldChg chg="addSp modSp add mod">
        <pc:chgData name="Shenvi, Ajit Ashok" userId="071e9822-93c4-49ff-b73c-8c6b3cb55e6c" providerId="ADAL" clId="{4B5B27F2-713A-4F3A-BEBD-4CA1B0C6DEF3}" dt="2026-05-03T04:16:22.594" v="5434" actId="1076"/>
        <pc:sldMkLst>
          <pc:docMk/>
          <pc:sldMk cId="703720338" sldId="350"/>
        </pc:sldMkLst>
        <pc:spChg chg="add mod">
          <ac:chgData name="Shenvi, Ajit Ashok" userId="071e9822-93c4-49ff-b73c-8c6b3cb55e6c" providerId="ADAL" clId="{4B5B27F2-713A-4F3A-BEBD-4CA1B0C6DEF3}" dt="2026-05-03T04:16:17.363" v="5432" actId="20577"/>
          <ac:spMkLst>
            <pc:docMk/>
            <pc:sldMk cId="703720338" sldId="350"/>
            <ac:spMk id="2" creationId="{B57053F2-4248-A3D3-A96B-29CB87086443}"/>
          </ac:spMkLst>
        </pc:spChg>
        <pc:picChg chg="mod">
          <ac:chgData name="Shenvi, Ajit Ashok" userId="071e9822-93c4-49ff-b73c-8c6b3cb55e6c" providerId="ADAL" clId="{4B5B27F2-713A-4F3A-BEBD-4CA1B0C6DEF3}" dt="2026-05-03T04:16:22.594" v="5434" actId="1076"/>
          <ac:picMkLst>
            <pc:docMk/>
            <pc:sldMk cId="703720338" sldId="350"/>
            <ac:picMk id="20" creationId="{8CAD5169-E116-0C76-C395-1D2198F1C45C}"/>
          </ac:picMkLst>
        </pc:picChg>
      </pc:sldChg>
      <pc:sldChg chg="addSp delSp modSp add del mod ord">
        <pc:chgData name="Shenvi, Ajit Ashok" userId="071e9822-93c4-49ff-b73c-8c6b3cb55e6c" providerId="ADAL" clId="{4B5B27F2-713A-4F3A-BEBD-4CA1B0C6DEF3}" dt="2026-05-03T04:15:08.888" v="5387" actId="2696"/>
        <pc:sldMkLst>
          <pc:docMk/>
          <pc:sldMk cId="1352551970" sldId="350"/>
        </pc:sldMkLst>
        <pc:picChg chg="del">
          <ac:chgData name="Shenvi, Ajit Ashok" userId="071e9822-93c4-49ff-b73c-8c6b3cb55e6c" providerId="ADAL" clId="{4B5B27F2-713A-4F3A-BEBD-4CA1B0C6DEF3}" dt="2026-05-03T03:31:31.572" v="5180" actId="478"/>
          <ac:picMkLst>
            <pc:docMk/>
            <pc:sldMk cId="1352551970" sldId="350"/>
            <ac:picMk id="3" creationId="{86C87D48-4A25-9219-DFE5-C1B6813BCE17}"/>
          </ac:picMkLst>
        </pc:picChg>
        <pc:picChg chg="add del mod">
          <ac:chgData name="Shenvi, Ajit Ashok" userId="071e9822-93c4-49ff-b73c-8c6b3cb55e6c" providerId="ADAL" clId="{4B5B27F2-713A-4F3A-BEBD-4CA1B0C6DEF3}" dt="2026-05-03T03:43:49.873" v="5239" actId="478"/>
          <ac:picMkLst>
            <pc:docMk/>
            <pc:sldMk cId="1352551970" sldId="350"/>
            <ac:picMk id="4" creationId="{523A2FE5-4675-0DF2-E282-51E449415001}"/>
          </ac:picMkLst>
        </pc:picChg>
        <pc:picChg chg="del">
          <ac:chgData name="Shenvi, Ajit Ashok" userId="071e9822-93c4-49ff-b73c-8c6b3cb55e6c" providerId="ADAL" clId="{4B5B27F2-713A-4F3A-BEBD-4CA1B0C6DEF3}" dt="2026-05-03T03:31:34.712" v="5184" actId="478"/>
          <ac:picMkLst>
            <pc:docMk/>
            <pc:sldMk cId="1352551970" sldId="350"/>
            <ac:picMk id="6" creationId="{E959FF3F-16F6-8749-E9F6-53D748CDE5A0}"/>
          </ac:picMkLst>
        </pc:picChg>
        <pc:picChg chg="del">
          <ac:chgData name="Shenvi, Ajit Ashok" userId="071e9822-93c4-49ff-b73c-8c6b3cb55e6c" providerId="ADAL" clId="{4B5B27F2-713A-4F3A-BEBD-4CA1B0C6DEF3}" dt="2026-05-03T03:31:32.568" v="5181" actId="478"/>
          <ac:picMkLst>
            <pc:docMk/>
            <pc:sldMk cId="1352551970" sldId="350"/>
            <ac:picMk id="7" creationId="{E0A1E997-B746-402E-97D8-BDFC7F46FC58}"/>
          </ac:picMkLst>
        </pc:picChg>
        <pc:picChg chg="del">
          <ac:chgData name="Shenvi, Ajit Ashok" userId="071e9822-93c4-49ff-b73c-8c6b3cb55e6c" providerId="ADAL" clId="{4B5B27F2-713A-4F3A-BEBD-4CA1B0C6DEF3}" dt="2026-05-03T03:31:33.129" v="5182" actId="478"/>
          <ac:picMkLst>
            <pc:docMk/>
            <pc:sldMk cId="1352551970" sldId="350"/>
            <ac:picMk id="8" creationId="{46F7B15D-DBAF-CEB8-0273-2CBF4B2E8255}"/>
          </ac:picMkLst>
        </pc:picChg>
        <pc:picChg chg="del">
          <ac:chgData name="Shenvi, Ajit Ashok" userId="071e9822-93c4-49ff-b73c-8c6b3cb55e6c" providerId="ADAL" clId="{4B5B27F2-713A-4F3A-BEBD-4CA1B0C6DEF3}" dt="2026-05-03T03:31:33.832" v="5183" actId="478"/>
          <ac:picMkLst>
            <pc:docMk/>
            <pc:sldMk cId="1352551970" sldId="350"/>
            <ac:picMk id="9" creationId="{00D488F1-0F46-98D5-5247-18E9FFF3BA9F}"/>
          </ac:picMkLst>
        </pc:picChg>
        <pc:picChg chg="del">
          <ac:chgData name="Shenvi, Ajit Ashok" userId="071e9822-93c4-49ff-b73c-8c6b3cb55e6c" providerId="ADAL" clId="{4B5B27F2-713A-4F3A-BEBD-4CA1B0C6DEF3}" dt="2026-05-03T03:31:35.257" v="5185" actId="478"/>
          <ac:picMkLst>
            <pc:docMk/>
            <pc:sldMk cId="1352551970" sldId="350"/>
            <ac:picMk id="10" creationId="{4F303AF4-00DD-832E-D242-C462AA396D1D}"/>
          </ac:picMkLst>
        </pc:picChg>
        <pc:picChg chg="del">
          <ac:chgData name="Shenvi, Ajit Ashok" userId="071e9822-93c4-49ff-b73c-8c6b3cb55e6c" providerId="ADAL" clId="{4B5B27F2-713A-4F3A-BEBD-4CA1B0C6DEF3}" dt="2026-05-03T03:31:35.928" v="5186" actId="478"/>
          <ac:picMkLst>
            <pc:docMk/>
            <pc:sldMk cId="1352551970" sldId="350"/>
            <ac:picMk id="11" creationId="{35EB6EE3-3E70-08EE-685A-A3B1905A64AC}"/>
          </ac:picMkLst>
        </pc:picChg>
        <pc:picChg chg="del">
          <ac:chgData name="Shenvi, Ajit Ashok" userId="071e9822-93c4-49ff-b73c-8c6b3cb55e6c" providerId="ADAL" clId="{4B5B27F2-713A-4F3A-BEBD-4CA1B0C6DEF3}" dt="2026-05-03T03:31:36.687" v="5187" actId="478"/>
          <ac:picMkLst>
            <pc:docMk/>
            <pc:sldMk cId="1352551970" sldId="350"/>
            <ac:picMk id="12" creationId="{AB6816B3-3CE4-44C0-79C0-3617BCC9CE37}"/>
          </ac:picMkLst>
        </pc:picChg>
        <pc:picChg chg="add del mod">
          <ac:chgData name="Shenvi, Ajit Ashok" userId="071e9822-93c4-49ff-b73c-8c6b3cb55e6c" providerId="ADAL" clId="{4B5B27F2-713A-4F3A-BEBD-4CA1B0C6DEF3}" dt="2026-05-03T03:43:49.873" v="5239" actId="478"/>
          <ac:picMkLst>
            <pc:docMk/>
            <pc:sldMk cId="1352551970" sldId="350"/>
            <ac:picMk id="13" creationId="{4251AB1D-D5C4-92E6-0A8D-1E17463F9433}"/>
          </ac:picMkLst>
        </pc:picChg>
        <pc:picChg chg="add del mod">
          <ac:chgData name="Shenvi, Ajit Ashok" userId="071e9822-93c4-49ff-b73c-8c6b3cb55e6c" providerId="ADAL" clId="{4B5B27F2-713A-4F3A-BEBD-4CA1B0C6DEF3}" dt="2026-05-03T03:43:49.873" v="5239" actId="478"/>
          <ac:picMkLst>
            <pc:docMk/>
            <pc:sldMk cId="1352551970" sldId="350"/>
            <ac:picMk id="15" creationId="{C2821A89-5E0B-3A93-F28D-1B65506C9A9F}"/>
          </ac:picMkLst>
        </pc:picChg>
        <pc:picChg chg="add del mod">
          <ac:chgData name="Shenvi, Ajit Ashok" userId="071e9822-93c4-49ff-b73c-8c6b3cb55e6c" providerId="ADAL" clId="{4B5B27F2-713A-4F3A-BEBD-4CA1B0C6DEF3}" dt="2026-05-03T03:43:49.873" v="5239" actId="478"/>
          <ac:picMkLst>
            <pc:docMk/>
            <pc:sldMk cId="1352551970" sldId="350"/>
            <ac:picMk id="17" creationId="{D15356C9-54D8-8386-F3F8-1848F8C4CDA5}"/>
          </ac:picMkLst>
        </pc:picChg>
        <pc:picChg chg="add del mod">
          <ac:chgData name="Shenvi, Ajit Ashok" userId="071e9822-93c4-49ff-b73c-8c6b3cb55e6c" providerId="ADAL" clId="{4B5B27F2-713A-4F3A-BEBD-4CA1B0C6DEF3}" dt="2026-05-03T03:43:49.873" v="5239" actId="478"/>
          <ac:picMkLst>
            <pc:docMk/>
            <pc:sldMk cId="1352551970" sldId="350"/>
            <ac:picMk id="19" creationId="{FA2D6A79-45DF-9AF9-7361-F5455FBE21E4}"/>
          </ac:picMkLst>
        </pc:picChg>
      </pc:sldChg>
      <pc:sldChg chg="modSp add mod ord">
        <pc:chgData name="Shenvi, Ajit Ashok" userId="071e9822-93c4-49ff-b73c-8c6b3cb55e6c" providerId="ADAL" clId="{4B5B27F2-713A-4F3A-BEBD-4CA1B0C6DEF3}" dt="2026-05-03T03:43:43.927" v="5238"/>
        <pc:sldMkLst>
          <pc:docMk/>
          <pc:sldMk cId="478330298" sldId="351"/>
        </pc:sldMkLst>
        <pc:picChg chg="mod">
          <ac:chgData name="Shenvi, Ajit Ashok" userId="071e9822-93c4-49ff-b73c-8c6b3cb55e6c" providerId="ADAL" clId="{4B5B27F2-713A-4F3A-BEBD-4CA1B0C6DEF3}" dt="2026-05-03T03:43:31.458" v="5236" actId="14100"/>
          <ac:picMkLst>
            <pc:docMk/>
            <pc:sldMk cId="478330298" sldId="351"/>
            <ac:picMk id="13" creationId="{48CA76A8-B5EA-D8B2-488B-9562E5FBE5E9}"/>
          </ac:picMkLst>
        </pc:picChg>
        <pc:picChg chg="mod">
          <ac:chgData name="Shenvi, Ajit Ashok" userId="071e9822-93c4-49ff-b73c-8c6b3cb55e6c" providerId="ADAL" clId="{4B5B27F2-713A-4F3A-BEBD-4CA1B0C6DEF3}" dt="2026-05-03T03:43:28.919" v="5235" actId="14100"/>
          <ac:picMkLst>
            <pc:docMk/>
            <pc:sldMk cId="478330298" sldId="351"/>
            <ac:picMk id="15" creationId="{9F3E267A-B0DB-28CF-AC5C-BAF718783937}"/>
          </ac:picMkLst>
        </pc:picChg>
      </pc:sldChg>
      <pc:sldChg chg="addSp delSp modSp add mod">
        <pc:chgData name="Shenvi, Ajit Ashok" userId="071e9822-93c4-49ff-b73c-8c6b3cb55e6c" providerId="ADAL" clId="{4B5B27F2-713A-4F3A-BEBD-4CA1B0C6DEF3}" dt="2026-05-03T04:03:20.522" v="5305" actId="113"/>
        <pc:sldMkLst>
          <pc:docMk/>
          <pc:sldMk cId="1408280436" sldId="352"/>
        </pc:sldMkLst>
        <pc:spChg chg="mod">
          <ac:chgData name="Shenvi, Ajit Ashok" userId="071e9822-93c4-49ff-b73c-8c6b3cb55e6c" providerId="ADAL" clId="{4B5B27F2-713A-4F3A-BEBD-4CA1B0C6DEF3}" dt="2026-05-03T04:03:20.522" v="5305" actId="113"/>
          <ac:spMkLst>
            <pc:docMk/>
            <pc:sldMk cId="1408280436" sldId="352"/>
            <ac:spMk id="4" creationId="{1C824740-9BFF-9DAE-C75D-E2E227535F15}"/>
          </ac:spMkLst>
        </pc:spChg>
        <pc:picChg chg="add del mod">
          <ac:chgData name="Shenvi, Ajit Ashok" userId="071e9822-93c4-49ff-b73c-8c6b3cb55e6c" providerId="ADAL" clId="{4B5B27F2-713A-4F3A-BEBD-4CA1B0C6DEF3}" dt="2026-05-03T04:01:28.556" v="5265" actId="478"/>
          <ac:picMkLst>
            <pc:docMk/>
            <pc:sldMk cId="1408280436" sldId="352"/>
            <ac:picMk id="2" creationId="{1F7C8C74-6A3C-3F73-E54F-259F943FECCA}"/>
          </ac:picMkLst>
        </pc:picChg>
        <pc:picChg chg="del">
          <ac:chgData name="Shenvi, Ajit Ashok" userId="071e9822-93c4-49ff-b73c-8c6b3cb55e6c" providerId="ADAL" clId="{4B5B27F2-713A-4F3A-BEBD-4CA1B0C6DEF3}" dt="2026-05-03T03:48:32.181" v="5241" actId="478"/>
          <ac:picMkLst>
            <pc:docMk/>
            <pc:sldMk cId="1408280436" sldId="352"/>
            <ac:picMk id="3" creationId="{F27BD096-7936-76E2-302E-905B985B8D2F}"/>
          </ac:picMkLst>
        </pc:picChg>
        <pc:picChg chg="add mod ord">
          <ac:chgData name="Shenvi, Ajit Ashok" userId="071e9822-93c4-49ff-b73c-8c6b3cb55e6c" providerId="ADAL" clId="{4B5B27F2-713A-4F3A-BEBD-4CA1B0C6DEF3}" dt="2026-05-03T04:01:44.554" v="5271" actId="166"/>
          <ac:picMkLst>
            <pc:docMk/>
            <pc:sldMk cId="1408280436" sldId="352"/>
            <ac:picMk id="5" creationId="{2AE18376-C5A6-0451-8F36-60A0E610B903}"/>
          </ac:picMkLst>
        </pc:picChg>
        <pc:picChg chg="add mod">
          <ac:chgData name="Shenvi, Ajit Ashok" userId="071e9822-93c4-49ff-b73c-8c6b3cb55e6c" providerId="ADAL" clId="{4B5B27F2-713A-4F3A-BEBD-4CA1B0C6DEF3}" dt="2026-05-03T04:01:41.812" v="5270" actId="14100"/>
          <ac:picMkLst>
            <pc:docMk/>
            <pc:sldMk cId="1408280436" sldId="352"/>
            <ac:picMk id="6" creationId="{FB1F6F88-8B9B-8DFD-6791-A3105DCE92BF}"/>
          </ac:picMkLst>
        </pc:picChg>
        <pc:picChg chg="del">
          <ac:chgData name="Shenvi, Ajit Ashok" userId="071e9822-93c4-49ff-b73c-8c6b3cb55e6c" providerId="ADAL" clId="{4B5B27F2-713A-4F3A-BEBD-4CA1B0C6DEF3}" dt="2026-05-03T03:48:33.069" v="5242" actId="478"/>
          <ac:picMkLst>
            <pc:docMk/>
            <pc:sldMk cId="1408280436" sldId="352"/>
            <ac:picMk id="7" creationId="{4C822F94-0593-5B11-D407-D87FA2C9335D}"/>
          </ac:picMkLst>
        </pc:picChg>
        <pc:picChg chg="add del mod">
          <ac:chgData name="Shenvi, Ajit Ashok" userId="071e9822-93c4-49ff-b73c-8c6b3cb55e6c" providerId="ADAL" clId="{4B5B27F2-713A-4F3A-BEBD-4CA1B0C6DEF3}" dt="2026-05-03T04:01:26.522" v="5263" actId="478"/>
          <ac:picMkLst>
            <pc:docMk/>
            <pc:sldMk cId="1408280436" sldId="352"/>
            <ac:picMk id="8" creationId="{2F558489-2BA5-2A86-0452-35495943F963}"/>
          </ac:picMkLst>
        </pc:picChg>
        <pc:picChg chg="add del mod">
          <ac:chgData name="Shenvi, Ajit Ashok" userId="071e9822-93c4-49ff-b73c-8c6b3cb55e6c" providerId="ADAL" clId="{4B5B27F2-713A-4F3A-BEBD-4CA1B0C6DEF3}" dt="2026-05-03T04:01:27.620" v="5264" actId="478"/>
          <ac:picMkLst>
            <pc:docMk/>
            <pc:sldMk cId="1408280436" sldId="352"/>
            <ac:picMk id="9" creationId="{8F39BE91-FB46-55A7-67E8-2D1DAE530983}"/>
          </ac:picMkLst>
        </pc:picChg>
      </pc:sldChg>
      <pc:sldChg chg="addSp modSp add mod">
        <pc:chgData name="Shenvi, Ajit Ashok" userId="071e9822-93c4-49ff-b73c-8c6b3cb55e6c" providerId="ADAL" clId="{4B5B27F2-713A-4F3A-BEBD-4CA1B0C6DEF3}" dt="2026-05-03T03:55:56.060" v="5255" actId="14100"/>
        <pc:sldMkLst>
          <pc:docMk/>
          <pc:sldMk cId="317843517" sldId="353"/>
        </pc:sldMkLst>
        <pc:spChg chg="add mod">
          <ac:chgData name="Shenvi, Ajit Ashok" userId="071e9822-93c4-49ff-b73c-8c6b3cb55e6c" providerId="ADAL" clId="{4B5B27F2-713A-4F3A-BEBD-4CA1B0C6DEF3}" dt="2026-05-03T03:55:50.426" v="5253"/>
          <ac:spMkLst>
            <pc:docMk/>
            <pc:sldMk cId="317843517" sldId="353"/>
            <ac:spMk id="2" creationId="{5F54754A-93FD-2184-93D6-66F28DE2FA02}"/>
          </ac:spMkLst>
        </pc:spChg>
        <pc:picChg chg="mod">
          <ac:chgData name="Shenvi, Ajit Ashok" userId="071e9822-93c4-49ff-b73c-8c6b3cb55e6c" providerId="ADAL" clId="{4B5B27F2-713A-4F3A-BEBD-4CA1B0C6DEF3}" dt="2026-05-03T03:55:56.060" v="5255" actId="14100"/>
          <ac:picMkLst>
            <pc:docMk/>
            <pc:sldMk cId="317843517" sldId="353"/>
            <ac:picMk id="3" creationId="{004834AB-0ACB-A95F-81D7-93D211E8699C}"/>
          </ac:picMkLst>
        </pc:picChg>
      </pc:sldChg>
      <pc:sldChg chg="addSp delSp modSp add del mod">
        <pc:chgData name="Shenvi, Ajit Ashok" userId="071e9822-93c4-49ff-b73c-8c6b3cb55e6c" providerId="ADAL" clId="{4B5B27F2-713A-4F3A-BEBD-4CA1B0C6DEF3}" dt="2026-05-03T03:55:31.700" v="5251" actId="2696"/>
        <pc:sldMkLst>
          <pc:docMk/>
          <pc:sldMk cId="2954893632" sldId="353"/>
        </pc:sldMkLst>
        <pc:picChg chg="add mod">
          <ac:chgData name="Shenvi, Ajit Ashok" userId="071e9822-93c4-49ff-b73c-8c6b3cb55e6c" providerId="ADAL" clId="{4B5B27F2-713A-4F3A-BEBD-4CA1B0C6DEF3}" dt="2026-05-03T03:55:25.363" v="5250" actId="1076"/>
          <ac:picMkLst>
            <pc:docMk/>
            <pc:sldMk cId="2954893632" sldId="353"/>
            <ac:picMk id="3" creationId="{004834AB-0ACB-A95F-81D7-93D211E8699C}"/>
          </ac:picMkLst>
        </pc:picChg>
        <pc:picChg chg="del">
          <ac:chgData name="Shenvi, Ajit Ashok" userId="071e9822-93c4-49ff-b73c-8c6b3cb55e6c" providerId="ADAL" clId="{4B5B27F2-713A-4F3A-BEBD-4CA1B0C6DEF3}" dt="2026-05-03T03:55:14.120" v="5246" actId="478"/>
          <ac:picMkLst>
            <pc:docMk/>
            <pc:sldMk cId="2954893632" sldId="353"/>
            <ac:picMk id="20" creationId="{A2042BDD-FFD0-3488-F975-2AA1896F809F}"/>
          </ac:picMkLst>
        </pc:picChg>
      </pc:sldChg>
      <pc:sldChg chg="delSp modSp add mod">
        <pc:chgData name="Shenvi, Ajit Ashok" userId="071e9822-93c4-49ff-b73c-8c6b3cb55e6c" providerId="ADAL" clId="{4B5B27F2-713A-4F3A-BEBD-4CA1B0C6DEF3}" dt="2026-05-03T04:05:18.557" v="5323" actId="20577"/>
        <pc:sldMkLst>
          <pc:docMk/>
          <pc:sldMk cId="2821450276" sldId="354"/>
        </pc:sldMkLst>
        <pc:spChg chg="mod">
          <ac:chgData name="Shenvi, Ajit Ashok" userId="071e9822-93c4-49ff-b73c-8c6b3cb55e6c" providerId="ADAL" clId="{4B5B27F2-713A-4F3A-BEBD-4CA1B0C6DEF3}" dt="2026-05-03T04:05:18.557" v="5323" actId="20577"/>
          <ac:spMkLst>
            <pc:docMk/>
            <pc:sldMk cId="2821450276" sldId="354"/>
            <ac:spMk id="4" creationId="{AE9EB7E7-EF30-E8AD-B0B6-383A56CEFF1D}"/>
          </ac:spMkLst>
        </pc:spChg>
        <pc:picChg chg="mod">
          <ac:chgData name="Shenvi, Ajit Ashok" userId="071e9822-93c4-49ff-b73c-8c6b3cb55e6c" providerId="ADAL" clId="{4B5B27F2-713A-4F3A-BEBD-4CA1B0C6DEF3}" dt="2026-05-03T04:03:50.576" v="5312" actId="14100"/>
          <ac:picMkLst>
            <pc:docMk/>
            <pc:sldMk cId="2821450276" sldId="354"/>
            <ac:picMk id="2" creationId="{112A2FD4-A70E-008F-688D-E2F421FE62D1}"/>
          </ac:picMkLst>
        </pc:picChg>
        <pc:picChg chg="del">
          <ac:chgData name="Shenvi, Ajit Ashok" userId="071e9822-93c4-49ff-b73c-8c6b3cb55e6c" providerId="ADAL" clId="{4B5B27F2-713A-4F3A-BEBD-4CA1B0C6DEF3}" dt="2026-05-03T04:03:10.301" v="5304" actId="478"/>
          <ac:picMkLst>
            <pc:docMk/>
            <pc:sldMk cId="2821450276" sldId="354"/>
            <ac:picMk id="5" creationId="{556049FC-C531-C20B-2CEC-BDE59E09A7BD}"/>
          </ac:picMkLst>
        </pc:picChg>
        <pc:picChg chg="del">
          <ac:chgData name="Shenvi, Ajit Ashok" userId="071e9822-93c4-49ff-b73c-8c6b3cb55e6c" providerId="ADAL" clId="{4B5B27F2-713A-4F3A-BEBD-4CA1B0C6DEF3}" dt="2026-05-03T04:03:09.132" v="5303" actId="478"/>
          <ac:picMkLst>
            <pc:docMk/>
            <pc:sldMk cId="2821450276" sldId="354"/>
            <ac:picMk id="6" creationId="{EA6C999E-1F59-94F0-9753-330442C965AF}"/>
          </ac:picMkLst>
        </pc:picChg>
        <pc:picChg chg="mod">
          <ac:chgData name="Shenvi, Ajit Ashok" userId="071e9822-93c4-49ff-b73c-8c6b3cb55e6c" providerId="ADAL" clId="{4B5B27F2-713A-4F3A-BEBD-4CA1B0C6DEF3}" dt="2026-05-03T04:03:40.520" v="5306" actId="1076"/>
          <ac:picMkLst>
            <pc:docMk/>
            <pc:sldMk cId="2821450276" sldId="354"/>
            <ac:picMk id="8" creationId="{C9334142-DB04-5807-9B21-3DD1311C089F}"/>
          </ac:picMkLst>
        </pc:picChg>
        <pc:picChg chg="mod">
          <ac:chgData name="Shenvi, Ajit Ashok" userId="071e9822-93c4-49ff-b73c-8c6b3cb55e6c" providerId="ADAL" clId="{4B5B27F2-713A-4F3A-BEBD-4CA1B0C6DEF3}" dt="2026-05-03T04:03:42.054" v="5307" actId="1076"/>
          <ac:picMkLst>
            <pc:docMk/>
            <pc:sldMk cId="2821450276" sldId="354"/>
            <ac:picMk id="9" creationId="{EF9BF1F2-73D8-D217-C2AB-86BA1588AA95}"/>
          </ac:picMkLst>
        </pc:picChg>
      </pc:sldChg>
      <pc:sldChg chg="addSp delSp modSp add mod setBg">
        <pc:chgData name="Shenvi, Ajit Ashok" userId="071e9822-93c4-49ff-b73c-8c6b3cb55e6c" providerId="ADAL" clId="{4B5B27F2-713A-4F3A-BEBD-4CA1B0C6DEF3}" dt="2026-05-03T04:18:35.522" v="5473" actId="478"/>
        <pc:sldMkLst>
          <pc:docMk/>
          <pc:sldMk cId="1318145892" sldId="355"/>
        </pc:sldMkLst>
        <pc:spChg chg="del mod topLvl">
          <ac:chgData name="Shenvi, Ajit Ashok" userId="071e9822-93c4-49ff-b73c-8c6b3cb55e6c" providerId="ADAL" clId="{4B5B27F2-713A-4F3A-BEBD-4CA1B0C6DEF3}" dt="2026-05-03T04:18:12.033" v="5458" actId="478"/>
          <ac:spMkLst>
            <pc:docMk/>
            <pc:sldMk cId="1318145892" sldId="355"/>
            <ac:spMk id="6" creationId="{FF58135C-3E09-8E22-E855-DBFDF1A65FB0}"/>
          </ac:spMkLst>
        </pc:spChg>
        <pc:spChg chg="del mod topLvl">
          <ac:chgData name="Shenvi, Ajit Ashok" userId="071e9822-93c4-49ff-b73c-8c6b3cb55e6c" providerId="ADAL" clId="{4B5B27F2-713A-4F3A-BEBD-4CA1B0C6DEF3}" dt="2026-05-03T04:18:13.318" v="5459" actId="478"/>
          <ac:spMkLst>
            <pc:docMk/>
            <pc:sldMk cId="1318145892" sldId="355"/>
            <ac:spMk id="7" creationId="{291779D2-4F39-7D01-B2CF-B92479F0D289}"/>
          </ac:spMkLst>
        </pc:spChg>
        <pc:spChg chg="del mod topLvl">
          <ac:chgData name="Shenvi, Ajit Ashok" userId="071e9822-93c4-49ff-b73c-8c6b3cb55e6c" providerId="ADAL" clId="{4B5B27F2-713A-4F3A-BEBD-4CA1B0C6DEF3}" dt="2026-05-03T04:18:18.163" v="5462" actId="478"/>
          <ac:spMkLst>
            <pc:docMk/>
            <pc:sldMk cId="1318145892" sldId="355"/>
            <ac:spMk id="8" creationId="{B4D3ACF2-2276-0846-2059-23B12662222E}"/>
          </ac:spMkLst>
        </pc:spChg>
        <pc:spChg chg="del mod topLvl">
          <ac:chgData name="Shenvi, Ajit Ashok" userId="071e9822-93c4-49ff-b73c-8c6b3cb55e6c" providerId="ADAL" clId="{4B5B27F2-713A-4F3A-BEBD-4CA1B0C6DEF3}" dt="2026-05-03T04:18:19.801" v="5463" actId="478"/>
          <ac:spMkLst>
            <pc:docMk/>
            <pc:sldMk cId="1318145892" sldId="355"/>
            <ac:spMk id="9" creationId="{E56F175B-6D4E-CBC4-17BA-4F63A66C6178}"/>
          </ac:spMkLst>
        </pc:spChg>
        <pc:spChg chg="del mod topLvl">
          <ac:chgData name="Shenvi, Ajit Ashok" userId="071e9822-93c4-49ff-b73c-8c6b3cb55e6c" providerId="ADAL" clId="{4B5B27F2-713A-4F3A-BEBD-4CA1B0C6DEF3}" dt="2026-05-03T04:18:21.148" v="5464" actId="478"/>
          <ac:spMkLst>
            <pc:docMk/>
            <pc:sldMk cId="1318145892" sldId="355"/>
            <ac:spMk id="10" creationId="{29A74C0A-AF06-3FDC-461B-C45EFB0219C5}"/>
          </ac:spMkLst>
        </pc:spChg>
        <pc:spChg chg="del">
          <ac:chgData name="Shenvi, Ajit Ashok" userId="071e9822-93c4-49ff-b73c-8c6b3cb55e6c" providerId="ADAL" clId="{4B5B27F2-713A-4F3A-BEBD-4CA1B0C6DEF3}" dt="2026-05-03T04:18:34.676" v="5472" actId="478"/>
          <ac:spMkLst>
            <pc:docMk/>
            <pc:sldMk cId="1318145892" sldId="355"/>
            <ac:spMk id="11" creationId="{B3EE8D8D-E837-8E28-FAB8-4255BCAB4583}"/>
          </ac:spMkLst>
        </pc:spChg>
        <pc:spChg chg="del">
          <ac:chgData name="Shenvi, Ajit Ashok" userId="071e9822-93c4-49ff-b73c-8c6b3cb55e6c" providerId="ADAL" clId="{4B5B27F2-713A-4F3A-BEBD-4CA1B0C6DEF3}" dt="2026-05-03T04:18:22.685" v="5465" actId="478"/>
          <ac:spMkLst>
            <pc:docMk/>
            <pc:sldMk cId="1318145892" sldId="355"/>
            <ac:spMk id="12" creationId="{303CD501-DF29-7EC9-ACDA-88B8868FBB68}"/>
          </ac:spMkLst>
        </pc:spChg>
        <pc:spChg chg="mod">
          <ac:chgData name="Shenvi, Ajit Ashok" userId="071e9822-93c4-49ff-b73c-8c6b3cb55e6c" providerId="ADAL" clId="{4B5B27F2-713A-4F3A-BEBD-4CA1B0C6DEF3}" dt="2026-05-03T04:17:55.804" v="5453" actId="27636"/>
          <ac:spMkLst>
            <pc:docMk/>
            <pc:sldMk cId="1318145892" sldId="355"/>
            <ac:spMk id="14" creationId="{99B64DF1-009A-2D79-1329-2E8DE3708531}"/>
          </ac:spMkLst>
        </pc:spChg>
        <pc:spChg chg="del">
          <ac:chgData name="Shenvi, Ajit Ashok" userId="071e9822-93c4-49ff-b73c-8c6b3cb55e6c" providerId="ADAL" clId="{4B5B27F2-713A-4F3A-BEBD-4CA1B0C6DEF3}" dt="2026-05-03T04:18:26.128" v="5467" actId="478"/>
          <ac:spMkLst>
            <pc:docMk/>
            <pc:sldMk cId="1318145892" sldId="355"/>
            <ac:spMk id="15" creationId="{888FEB3C-CD9C-4388-6BCE-F630F7B8917A}"/>
          </ac:spMkLst>
        </pc:spChg>
        <pc:spChg chg="del">
          <ac:chgData name="Shenvi, Ajit Ashok" userId="071e9822-93c4-49ff-b73c-8c6b3cb55e6c" providerId="ADAL" clId="{4B5B27F2-713A-4F3A-BEBD-4CA1B0C6DEF3}" dt="2026-05-03T04:18:24.072" v="5466" actId="478"/>
          <ac:spMkLst>
            <pc:docMk/>
            <pc:sldMk cId="1318145892" sldId="355"/>
            <ac:spMk id="16" creationId="{E4C0B122-6687-537D-9F56-E4DA4945DC79}"/>
          </ac:spMkLst>
        </pc:spChg>
        <pc:spChg chg="del">
          <ac:chgData name="Shenvi, Ajit Ashok" userId="071e9822-93c4-49ff-b73c-8c6b3cb55e6c" providerId="ADAL" clId="{4B5B27F2-713A-4F3A-BEBD-4CA1B0C6DEF3}" dt="2026-05-03T04:18:08.970" v="5456" actId="478"/>
          <ac:spMkLst>
            <pc:docMk/>
            <pc:sldMk cId="1318145892" sldId="355"/>
            <ac:spMk id="60" creationId="{1AE02742-6FC9-CCD4-7207-42DD99388B97}"/>
          </ac:spMkLst>
        </pc:spChg>
        <pc:grpChg chg="add del mod">
          <ac:chgData name="Shenvi, Ajit Ashok" userId="071e9822-93c4-49ff-b73c-8c6b3cb55e6c" providerId="ADAL" clId="{4B5B27F2-713A-4F3A-BEBD-4CA1B0C6DEF3}" dt="2026-05-03T04:18:06.427" v="5455" actId="165"/>
          <ac:grpSpMkLst>
            <pc:docMk/>
            <pc:sldMk cId="1318145892" sldId="355"/>
            <ac:grpSpMk id="2" creationId="{53FAD925-8E77-D16F-E49B-3F03D1D811A1}"/>
          </ac:grpSpMkLst>
        </pc:grpChg>
        <pc:grpChg chg="del">
          <ac:chgData name="Shenvi, Ajit Ashok" userId="071e9822-93c4-49ff-b73c-8c6b3cb55e6c" providerId="ADAL" clId="{4B5B27F2-713A-4F3A-BEBD-4CA1B0C6DEF3}" dt="2026-05-03T04:17:46.269" v="5436" actId="165"/>
          <ac:grpSpMkLst>
            <pc:docMk/>
            <pc:sldMk cId="1318145892" sldId="355"/>
            <ac:grpSpMk id="13" creationId="{F587B8A9-DC30-F482-4231-60BA7920CEA8}"/>
          </ac:grpSpMkLst>
        </pc:grpChg>
        <pc:picChg chg="add del mod topLvl">
          <ac:chgData name="Shenvi, Ajit Ashok" userId="071e9822-93c4-49ff-b73c-8c6b3cb55e6c" providerId="ADAL" clId="{4B5B27F2-713A-4F3A-BEBD-4CA1B0C6DEF3}" dt="2026-05-03T04:18:15.849" v="5461" actId="478"/>
          <ac:picMkLst>
            <pc:docMk/>
            <pc:sldMk cId="1318145892" sldId="355"/>
            <ac:picMk id="5" creationId="{CDFADEE0-C905-4798-8989-3C820EE1BCCA}"/>
          </ac:picMkLst>
        </pc:picChg>
        <pc:cxnChg chg="del mod">
          <ac:chgData name="Shenvi, Ajit Ashok" userId="071e9822-93c4-49ff-b73c-8c6b3cb55e6c" providerId="ADAL" clId="{4B5B27F2-713A-4F3A-BEBD-4CA1B0C6DEF3}" dt="2026-05-03T04:18:35.522" v="5473" actId="478"/>
          <ac:cxnSpMkLst>
            <pc:docMk/>
            <pc:sldMk cId="1318145892" sldId="355"/>
            <ac:cxnSpMk id="3" creationId="{E7AC30E2-4D3D-CA9C-414A-A0EBF2404E3C}"/>
          </ac:cxnSpMkLst>
        </pc:cxnChg>
        <pc:cxnChg chg="del mod">
          <ac:chgData name="Shenvi, Ajit Ashok" userId="071e9822-93c4-49ff-b73c-8c6b3cb55e6c" providerId="ADAL" clId="{4B5B27F2-713A-4F3A-BEBD-4CA1B0C6DEF3}" dt="2026-05-03T04:18:11.066" v="5457" actId="478"/>
          <ac:cxnSpMkLst>
            <pc:docMk/>
            <pc:sldMk cId="1318145892" sldId="355"/>
            <ac:cxnSpMk id="4" creationId="{94715941-FABF-3970-433D-F6077394299D}"/>
          </ac:cxnSpMkLst>
        </pc:cxnChg>
        <pc:cxnChg chg="del mod">
          <ac:chgData name="Shenvi, Ajit Ashok" userId="071e9822-93c4-49ff-b73c-8c6b3cb55e6c" providerId="ADAL" clId="{4B5B27F2-713A-4F3A-BEBD-4CA1B0C6DEF3}" dt="2026-05-03T04:18:26.998" v="5468" actId="478"/>
          <ac:cxnSpMkLst>
            <pc:docMk/>
            <pc:sldMk cId="1318145892" sldId="355"/>
            <ac:cxnSpMk id="19" creationId="{30A42117-2C11-E2AC-A461-930FFE9571D0}"/>
          </ac:cxnSpMkLst>
        </pc:cxnChg>
        <pc:cxnChg chg="del mod">
          <ac:chgData name="Shenvi, Ajit Ashok" userId="071e9822-93c4-49ff-b73c-8c6b3cb55e6c" providerId="ADAL" clId="{4B5B27F2-713A-4F3A-BEBD-4CA1B0C6DEF3}" dt="2026-05-03T04:18:30.251" v="5469" actId="478"/>
          <ac:cxnSpMkLst>
            <pc:docMk/>
            <pc:sldMk cId="1318145892" sldId="355"/>
            <ac:cxnSpMk id="22" creationId="{64A06667-05A9-BF3C-AFCE-B9FD536A7B6C}"/>
          </ac:cxnSpMkLst>
        </pc:cxnChg>
        <pc:cxnChg chg="del mod">
          <ac:chgData name="Shenvi, Ajit Ashok" userId="071e9822-93c4-49ff-b73c-8c6b3cb55e6c" providerId="ADAL" clId="{4B5B27F2-713A-4F3A-BEBD-4CA1B0C6DEF3}" dt="2026-05-03T04:18:31.171" v="5470" actId="478"/>
          <ac:cxnSpMkLst>
            <pc:docMk/>
            <pc:sldMk cId="1318145892" sldId="355"/>
            <ac:cxnSpMk id="25" creationId="{22E2C0CA-08A3-FCE0-21A4-0EAAD85F0B17}"/>
          </ac:cxnSpMkLst>
        </pc:cxnChg>
        <pc:cxnChg chg="del mod">
          <ac:chgData name="Shenvi, Ajit Ashok" userId="071e9822-93c4-49ff-b73c-8c6b3cb55e6c" providerId="ADAL" clId="{4B5B27F2-713A-4F3A-BEBD-4CA1B0C6DEF3}" dt="2026-05-03T04:18:32.266" v="5471" actId="478"/>
          <ac:cxnSpMkLst>
            <pc:docMk/>
            <pc:sldMk cId="1318145892" sldId="355"/>
            <ac:cxnSpMk id="62" creationId="{8B14E137-FB7C-D1BF-2E0C-BBB0DA1FF301}"/>
          </ac:cxnSpMkLst>
        </pc:cxnChg>
      </pc:sldChg>
      <pc:sldChg chg="add">
        <pc:chgData name="Shenvi, Ajit Ashok" userId="071e9822-93c4-49ff-b73c-8c6b3cb55e6c" providerId="ADAL" clId="{4B5B27F2-713A-4F3A-BEBD-4CA1B0C6DEF3}" dt="2026-05-03T04:19:15.050" v="5475"/>
        <pc:sldMkLst>
          <pc:docMk/>
          <pc:sldMk cId="178668039" sldId="356"/>
        </pc:sldMkLst>
      </pc:sldChg>
      <pc:sldChg chg="addSp delSp modSp add mod">
        <pc:chgData name="Shenvi, Ajit Ashok" userId="071e9822-93c4-49ff-b73c-8c6b3cb55e6c" providerId="ADAL" clId="{4B5B27F2-713A-4F3A-BEBD-4CA1B0C6DEF3}" dt="2026-05-03T04:27:03.271" v="5517" actId="1076"/>
        <pc:sldMkLst>
          <pc:docMk/>
          <pc:sldMk cId="93318784" sldId="357"/>
        </pc:sldMkLst>
        <pc:picChg chg="add mod">
          <ac:chgData name="Shenvi, Ajit Ashok" userId="071e9822-93c4-49ff-b73c-8c6b3cb55e6c" providerId="ADAL" clId="{4B5B27F2-713A-4F3A-BEBD-4CA1B0C6DEF3}" dt="2026-05-03T04:26:00.366" v="5506" actId="1076"/>
          <ac:picMkLst>
            <pc:docMk/>
            <pc:sldMk cId="93318784" sldId="357"/>
            <ac:picMk id="2" creationId="{C91FE674-7132-B43A-4B58-75743B5A3742}"/>
          </ac:picMkLst>
        </pc:picChg>
        <pc:picChg chg="add mod">
          <ac:chgData name="Shenvi, Ajit Ashok" userId="071e9822-93c4-49ff-b73c-8c6b3cb55e6c" providerId="ADAL" clId="{4B5B27F2-713A-4F3A-BEBD-4CA1B0C6DEF3}" dt="2026-05-03T04:26:38.637" v="5514" actId="1076"/>
          <ac:picMkLst>
            <pc:docMk/>
            <pc:sldMk cId="93318784" sldId="357"/>
            <ac:picMk id="3" creationId="{A3970087-706F-5381-96C5-E3C37FE6DA98}"/>
          </ac:picMkLst>
        </pc:picChg>
        <pc:picChg chg="del">
          <ac:chgData name="Shenvi, Ajit Ashok" userId="071e9822-93c4-49ff-b73c-8c6b3cb55e6c" providerId="ADAL" clId="{4B5B27F2-713A-4F3A-BEBD-4CA1B0C6DEF3}" dt="2026-05-03T04:24:27.250" v="5481" actId="478"/>
          <ac:picMkLst>
            <pc:docMk/>
            <pc:sldMk cId="93318784" sldId="357"/>
            <ac:picMk id="4" creationId="{B6686F2C-1C9A-78D6-F5A1-48027304F6E5}"/>
          </ac:picMkLst>
        </pc:picChg>
        <pc:picChg chg="add mod ord">
          <ac:chgData name="Shenvi, Ajit Ashok" userId="071e9822-93c4-49ff-b73c-8c6b3cb55e6c" providerId="ADAL" clId="{4B5B27F2-713A-4F3A-BEBD-4CA1B0C6DEF3}" dt="2026-05-03T04:27:03.271" v="5517" actId="1076"/>
          <ac:picMkLst>
            <pc:docMk/>
            <pc:sldMk cId="93318784" sldId="357"/>
            <ac:picMk id="5" creationId="{AB965FF3-91D5-10F4-862E-0B9A68753CC8}"/>
          </ac:picMkLst>
        </pc:picChg>
        <pc:picChg chg="del">
          <ac:chgData name="Shenvi, Ajit Ashok" userId="071e9822-93c4-49ff-b73c-8c6b3cb55e6c" providerId="ADAL" clId="{4B5B27F2-713A-4F3A-BEBD-4CA1B0C6DEF3}" dt="2026-05-03T04:24:25.250" v="5478" actId="478"/>
          <ac:picMkLst>
            <pc:docMk/>
            <pc:sldMk cId="93318784" sldId="357"/>
            <ac:picMk id="13" creationId="{A5F854A9-41AE-693D-8D87-771E9ADF4283}"/>
          </ac:picMkLst>
        </pc:picChg>
        <pc:picChg chg="del">
          <ac:chgData name="Shenvi, Ajit Ashok" userId="071e9822-93c4-49ff-b73c-8c6b3cb55e6c" providerId="ADAL" clId="{4B5B27F2-713A-4F3A-BEBD-4CA1B0C6DEF3}" dt="2026-05-03T04:24:24.250" v="5477" actId="478"/>
          <ac:picMkLst>
            <pc:docMk/>
            <pc:sldMk cId="93318784" sldId="357"/>
            <ac:picMk id="15" creationId="{24EF2B1C-A6B8-218C-3BA7-CE2620EA107F}"/>
          </ac:picMkLst>
        </pc:picChg>
        <pc:picChg chg="del">
          <ac:chgData name="Shenvi, Ajit Ashok" userId="071e9822-93c4-49ff-b73c-8c6b3cb55e6c" providerId="ADAL" clId="{4B5B27F2-713A-4F3A-BEBD-4CA1B0C6DEF3}" dt="2026-05-03T04:24:26.580" v="5480" actId="478"/>
          <ac:picMkLst>
            <pc:docMk/>
            <pc:sldMk cId="93318784" sldId="357"/>
            <ac:picMk id="17" creationId="{F312A945-6148-C74F-C655-E3C727723496}"/>
          </ac:picMkLst>
        </pc:picChg>
        <pc:picChg chg="del">
          <ac:chgData name="Shenvi, Ajit Ashok" userId="071e9822-93c4-49ff-b73c-8c6b3cb55e6c" providerId="ADAL" clId="{4B5B27F2-713A-4F3A-BEBD-4CA1B0C6DEF3}" dt="2026-05-03T04:24:25.989" v="5479" actId="478"/>
          <ac:picMkLst>
            <pc:docMk/>
            <pc:sldMk cId="93318784" sldId="357"/>
            <ac:picMk id="19" creationId="{EBFBD08C-0B7C-0A51-13FE-E7A370155606}"/>
          </ac:picMkLst>
        </pc:picChg>
      </pc:sldChg>
      <pc:sldChg chg="addSp delSp modSp add mod">
        <pc:chgData name="Shenvi, Ajit Ashok" userId="071e9822-93c4-49ff-b73c-8c6b3cb55e6c" providerId="ADAL" clId="{4B5B27F2-713A-4F3A-BEBD-4CA1B0C6DEF3}" dt="2026-05-03T04:27:25.294" v="5520" actId="14100"/>
        <pc:sldMkLst>
          <pc:docMk/>
          <pc:sldMk cId="1035426158" sldId="358"/>
        </pc:sldMkLst>
        <pc:picChg chg="del">
          <ac:chgData name="Shenvi, Ajit Ashok" userId="071e9822-93c4-49ff-b73c-8c6b3cb55e6c" providerId="ADAL" clId="{4B5B27F2-713A-4F3A-BEBD-4CA1B0C6DEF3}" dt="2026-05-03T04:25:38.194" v="5501" actId="478"/>
          <ac:picMkLst>
            <pc:docMk/>
            <pc:sldMk cId="1035426158" sldId="358"/>
            <ac:picMk id="2" creationId="{CC37080B-A82D-D027-0CA7-489B30459D8A}"/>
          </ac:picMkLst>
        </pc:picChg>
        <pc:picChg chg="del">
          <ac:chgData name="Shenvi, Ajit Ashok" userId="071e9822-93c4-49ff-b73c-8c6b3cb55e6c" providerId="ADAL" clId="{4B5B27F2-713A-4F3A-BEBD-4CA1B0C6DEF3}" dt="2026-05-03T04:25:39.463" v="5503" actId="478"/>
          <ac:picMkLst>
            <pc:docMk/>
            <pc:sldMk cId="1035426158" sldId="358"/>
            <ac:picMk id="3" creationId="{5035FBB0-54EF-8980-31CD-8CB01A3CA911}"/>
          </ac:picMkLst>
        </pc:picChg>
        <pc:picChg chg="del">
          <ac:chgData name="Shenvi, Ajit Ashok" userId="071e9822-93c4-49ff-b73c-8c6b3cb55e6c" providerId="ADAL" clId="{4B5B27F2-713A-4F3A-BEBD-4CA1B0C6DEF3}" dt="2026-05-03T04:25:38.950" v="5502" actId="478"/>
          <ac:picMkLst>
            <pc:docMk/>
            <pc:sldMk cId="1035426158" sldId="358"/>
            <ac:picMk id="5" creationId="{8C0C68AB-7DAC-0143-7251-FD5FB9D2E60D}"/>
          </ac:picMkLst>
        </pc:picChg>
        <pc:picChg chg="add del mod">
          <ac:chgData name="Shenvi, Ajit Ashok" userId="071e9822-93c4-49ff-b73c-8c6b3cb55e6c" providerId="ADAL" clId="{4B5B27F2-713A-4F3A-BEBD-4CA1B0C6DEF3}" dt="2026-05-03T04:27:15.782" v="5518" actId="478"/>
          <ac:picMkLst>
            <pc:docMk/>
            <pc:sldMk cId="1035426158" sldId="358"/>
            <ac:picMk id="6" creationId="{2B046227-5E56-0DC5-4E51-0CD8C9078B0D}"/>
          </ac:picMkLst>
        </pc:picChg>
        <pc:picChg chg="mod">
          <ac:chgData name="Shenvi, Ajit Ashok" userId="071e9822-93c4-49ff-b73c-8c6b3cb55e6c" providerId="ADAL" clId="{4B5B27F2-713A-4F3A-BEBD-4CA1B0C6DEF3}" dt="2026-05-03T04:27:25.294" v="5520" actId="14100"/>
          <ac:picMkLst>
            <pc:docMk/>
            <pc:sldMk cId="1035426158" sldId="358"/>
            <ac:picMk id="7" creationId="{A3A11627-FE2F-4289-C089-ACECB59CFB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6B331DB-B6DA-1722-94C9-2ED6D72A3DF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0E74F643-5306-7647-B7EC-96612036D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ACB18C76-7E32-70B1-7E57-6129A122B7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4723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4F7296-9567-BB20-5F33-A3878D54512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6A6E3586-5612-1C0E-6D73-4D90B8099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A5FDEA66-8604-63B2-3F46-5437A6D4A5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57246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39BDCF-5EDD-12C1-0E74-38DD92DEBCAB}"/>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784B60B-4214-92F4-80B1-8447AC3C1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65A20DA-388C-03DB-E2D0-D3392DCF0D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2829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FB38ADE-101D-43DC-CE84-D43D52E48FEF}"/>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136D7EE-59F5-F50E-83A7-35A691CC60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1C8E3FA-1C64-FF4D-B1EA-0E2407B0F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1933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5F41BA-606B-D2ED-96F9-32BE4B8F466A}"/>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4B9FA2BE-1A8A-6B44-A8A1-5C07036F6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215C825D-F0A6-51BA-3956-9AC6BD4F6C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81025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C7EF71-817E-C847-64C3-99961CF4DDAA}"/>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6EE9B475-CF40-FD0B-83E7-3B80F53F2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27117B45-D214-001F-23D2-ECC1ED551D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3406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B30349-0A42-F56E-1FC1-E7F5D1F06EE5}"/>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F4C934E-856D-EDB5-CA50-CA61F580F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B227C073-28AC-1CA5-AD61-89E7789DB9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07123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71F2FF-4092-D8A8-97CB-4AF41037770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26871957-DF49-B7A6-A351-D5B1A59F2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576CD50-5EC4-4E85-32BE-317DAE67E4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8954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93C03E-53E7-486B-6ADC-5DA5479005F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15675BEB-81B9-D2E5-9E70-16E4C6AA2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6750D202-F0B6-1DE5-8B2D-A6523DC8AA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265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A12D29-8927-99D9-694D-932BB4F0665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9B0D816-DFC2-43E5-34C7-A82CFBE1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7B37CDAC-4F0E-6B31-A34C-664BB7F8DE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0738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7EC38F1-25CD-2DA6-F734-FCAC3316ECAC}"/>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0A8DF61-18F6-4856-5749-90F96ADB5E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4A038971-BD9B-645F-0610-0884275ACC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7207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B5EF0DD-AB26-B970-0902-EACA9EFF9DAE}"/>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C87E1582-27F0-D8AB-6397-F60AFC4972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30E34D9B-55CF-8D3D-B764-A9E5E25403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74145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1CC14DE-A0E8-2292-643C-26E85C1FD70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2D4FF325-8DCC-79D7-9D55-B10EADFA09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ED2710B-FA16-2341-8899-797B26012A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81463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49FD434-0D53-B0D6-5E66-3B481001CBB6}"/>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FCCA0830-EAFD-446C-FE5E-A899AF0A2F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4F1396FC-C1BF-1DC9-DFBE-00F98A865E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2830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536757F-6B8C-D683-A23D-3ADD31225C88}"/>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FAE6F5A1-D54F-E6F3-FA33-83BED4A2F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76F8E986-8F4B-70EF-4624-D7DFECF522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1601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85B614-35EC-8EE0-6E13-21788AE99108}"/>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139702AC-FE77-3DDB-F04B-7F66C81E38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923136E3-2F15-A3ED-8428-9FA0936978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3266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F649E80-8E3B-88FA-70E5-42972C946645}"/>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22A119A-222F-2335-F13B-103DBC70ED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E8916E9-CB2C-1143-867C-50493773C0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9931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5D4367C-FBCA-25D3-8455-F6DB00829ED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67D582E1-FA41-D57B-EB88-7022A4AFE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9C48C669-197E-56F3-3F27-380FA4E84D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7375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10F0BB8-B6D6-A701-0EFE-7F767E315F9D}"/>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079FF00C-413E-E626-CB69-11A5CB5699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1C9E9CE0-4E6D-4983-40A5-CB91043A87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11334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D320A1-E561-2E16-0160-29E6316F5F3E}"/>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4CECB9D7-7027-B13E-D648-28AF40053C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625C3D21-49C6-8DE3-0288-2D9F4F34CA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0248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F64485-7545-09A0-2039-5E48DA7428DC}"/>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4C82DC5D-7498-71B3-558C-80C729428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1EDBF02E-4390-3834-20A4-09E43E9D7C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5849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864F5B-2DF6-A6FF-E2C7-D9C4F73CC52A}"/>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ADD515D9-E1F3-762D-D67F-4ADD1A633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51A8D45-189A-92C1-3AD8-594D319202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9278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32FE15-3E43-7324-8AB3-BC458A30AC9D}"/>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26263CF0-B98A-EA70-FE7D-3318FAFDB4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C6B3309-D2E1-A6D6-FB71-130F404ACD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9267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329E42-7B14-8725-4072-7FD434B0E9C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BBCC969-9B5E-AA66-437A-98C9BB1593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1140953D-C421-CD98-1021-C644546D45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411466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85D505-0E1D-8690-8D89-53DD8A95BBE0}"/>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8A66B498-06CF-F36B-C195-39FF2A2DD0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DF04E56-DD12-5C1B-12E0-D9B6A6ACCE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588520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DEBF180-5E9F-05E4-B899-11983D8A06C1}"/>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A70C4DEF-D383-6960-01B0-0BCBE162D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3A2A15E2-8F2A-CA5D-757D-598D4B0744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695849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CD9DE4E-8FBA-A2DD-88BA-1F2BCE43684E}"/>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AEC2548F-6C68-1474-DD30-58C1153DBD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8B0D21E8-BC53-88B2-8773-09AFCBFCC9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5669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A38C498-4031-1F64-144C-868BFD09A58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7AE0EE15-809D-81C0-62D7-CF18D1470E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60B380F-D2DD-1026-305C-48767B88F6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3608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BA4E220-B287-D258-7839-855020364A42}"/>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2813027E-F3E5-661D-FC3B-27692352DE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991BABBC-520A-EF66-D474-E3390D1A41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0958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B8F8048-E588-8FE3-C3AA-EC4D4E039FDC}"/>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72C19F47-6CB0-B9E5-74EF-46094B53FD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150B6D34-67B3-939D-D515-0D2BE49E5C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8289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6B2BB85-BFD5-50F1-FE06-FCA225DB6995}"/>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14DA76CD-BBC0-9267-96FB-0FA3BA7068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E656FA64-AB20-59CC-90CD-7FF11CEECE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464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4FEADBF-EEDD-DCF0-A7B2-91C25FC7D59A}"/>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451F00E1-3C32-B699-F2F4-131B73748A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9A7FFC83-DB17-23E8-CD98-4611309991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25015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45FC89D-6418-AD1B-E03C-417A25759087}"/>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5C67144-40C1-6DD3-FC40-8D59686D61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46FCF7FB-640B-1E8E-AD28-B6650482DC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57538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305FCB-1070-E50B-C050-CFFBB1FF88DE}"/>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738CD112-E897-223D-8C8B-1A06F4C21F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C2FB44B6-8798-F4C0-6800-AE4884B0B0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28429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58" name="Google Shape;15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36</a:t>
            </a:fld>
            <a:endParaRPr sz="1200" b="0" i="0" u="none" strike="noStrike" cap="none">
              <a:solidFill>
                <a:schemeClr val="dk1"/>
              </a:solidFill>
              <a:latin typeface="Calibri"/>
              <a:ea typeface="Calibri"/>
              <a:cs typeface="Calibri"/>
              <a:sym typeface="Calibri"/>
            </a:endParaRPr>
          </a:p>
        </p:txBody>
      </p:sp>
      <p:sp>
        <p:nvSpPr>
          <p:cNvPr id="159" name="Google Shape;159;p1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C1774F1-CBCB-2A72-3D12-07EE5AABAEE9}"/>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7553681A-8F6F-085C-4DCA-A618981C0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2F5A6C7-B587-CF82-03AF-A15FE9065D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643355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0FBF4BD-2317-7EAF-622E-EA341BD0713F}"/>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BEE4FE2F-DBC6-BB6C-E6C1-1D2BB230D9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86922549-070E-1255-84E5-8798DF20DB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906342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613CBD4-1CD5-5610-23DC-D0BD1F9AA8C0}"/>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2D39698-9D6A-6110-DA94-41EAD9C4DB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3483144B-1F3A-C5AE-3E38-5A0DA84150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403411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D25D1BF-0CD5-474F-6A18-4ED9247491F0}"/>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A6E1A39-BEF4-3C09-A79C-FB3664B926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p3:notes">
            <a:extLst>
              <a:ext uri="{FF2B5EF4-FFF2-40B4-BE49-F238E27FC236}">
                <a16:creationId xmlns:a16="http://schemas.microsoft.com/office/drawing/2014/main" id="{0327EABB-1B5C-E380-D679-B52667DD38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57535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p1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p1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65" name="Google Shape;65;p1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p1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p13"/>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p17"/>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p1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chive.ics.uci.edu/dataset/296/diabetes+130-us+hospitals+for+years+1999-2008"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hemeOverride" Target="../theme/themeOverride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hemeOverride" Target="../theme/themeOverride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hemeOverride" Target="../theme/themeOverride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hemeOverride" Target="../theme/themeOverride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hemeOverride" Target="../theme/themeOverride7.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hemeOverride" Target="../theme/themeOverride8.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hemeOverride" Target="../theme/themeOverride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hemeOverride" Target="../theme/themeOverride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hemeOverride" Target="../theme/themeOverride11.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hemeOverride" Target="../theme/themeOverride1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hemeOverride" Target="../theme/themeOverride13.xml"/><Relationship Id="rId5" Type="http://schemas.openxmlformats.org/officeDocument/2006/relationships/image" Target="../media/image33.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hemeOverride" Target="../theme/themeOverride14.xml"/><Relationship Id="rId5" Type="http://schemas.openxmlformats.org/officeDocument/2006/relationships/image" Target="../media/image27.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hemeOverride" Target="../theme/themeOverride15.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hemeOverride" Target="../theme/themeOverride1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hemeOverride" Target="../theme/themeOverride1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hemeOverride" Target="../theme/themeOverride1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hemeOverride" Target="../theme/themeOverride19.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hemeOverride" Target="../theme/themeOverride20.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hemeOverride" Target="../theme/themeOverride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3.pn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3"/>
          <p:cNvSpPr txBox="1">
            <a:spLocks noGrp="1"/>
          </p:cNvSpPr>
          <p:nvPr>
            <p:ph type="ctrTitle"/>
          </p:nvPr>
        </p:nvSpPr>
        <p:spPr>
          <a:xfrm>
            <a:off x="1158149" y="825445"/>
            <a:ext cx="6999087" cy="1211697"/>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t>Capstone project :</a:t>
            </a:r>
            <a:br>
              <a:rPr lang="en" sz="3600" dirty="0"/>
            </a:br>
            <a:r>
              <a:rPr lang="en" sz="3600" dirty="0"/>
              <a:t>Mentor discussion-3</a:t>
            </a:r>
            <a:endParaRPr sz="3600" dirty="0"/>
          </a:p>
        </p:txBody>
      </p:sp>
      <p:sp>
        <p:nvSpPr>
          <p:cNvPr id="106" name="Google Shape;106;p23"/>
          <p:cNvSpPr txBox="1">
            <a:spLocks noGrp="1"/>
          </p:cNvSpPr>
          <p:nvPr>
            <p:ph type="ctrTitle"/>
          </p:nvPr>
        </p:nvSpPr>
        <p:spPr>
          <a:xfrm>
            <a:off x="1220142" y="2417658"/>
            <a:ext cx="7638622" cy="1397599"/>
          </a:xfrm>
          <a:prstGeom prst="rect">
            <a:avLst/>
          </a:prstGeom>
          <a:noFill/>
          <a:ln>
            <a:noFill/>
          </a:ln>
        </p:spPr>
        <p:txBody>
          <a:bodyPr spcFirstLastPara="1" wrap="square" lIns="91425" tIns="91425" rIns="91425" bIns="91425" anchor="b" anchorCtr="0">
            <a:noAutofit/>
          </a:bodyPr>
          <a:lstStyle/>
          <a:p>
            <a:pPr>
              <a:lnSpc>
                <a:spcPct val="150000"/>
              </a:lnSpc>
            </a:pP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Project</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Bias Evaluation in ML models</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Domain</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 Healthcare</a:t>
            </a:r>
            <a:b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b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Course Name </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QM640 – Capstone project</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Student Name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Ajit Ashok Shenvi </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Mentor Name</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Rishabh Pandey</a:t>
            </a:r>
            <a:endParaRPr sz="1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Google Shape;107;p23"/>
          <p:cNvSpPr txBox="1">
            <a:spLocks noGrp="1"/>
          </p:cNvSpPr>
          <p:nvPr>
            <p:ph type="ctrTitle"/>
          </p:nvPr>
        </p:nvSpPr>
        <p:spPr>
          <a:xfrm>
            <a:off x="1189145" y="402782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t>Date : 03-May-2026  </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4558106-7378-204B-5EC1-0E5D324E70EF}"/>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B62E78FD-0D2C-0FE1-C79D-AAA1DC47D63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800" dirty="0">
                <a:solidFill>
                  <a:srgbClr val="000000"/>
                </a:solidFill>
                <a:latin typeface="Calibri" panose="020F0502020204030204" pitchFamily="34" charset="0"/>
                <a:ea typeface="Calibri" panose="020F0502020204030204" pitchFamily="34" charset="0"/>
                <a:cs typeface="Calibri" panose="020F0502020204030204" pitchFamily="34" charset="0"/>
              </a:rPr>
              <a:t>Executive Summary: Project</a:t>
            </a: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C4646F7-853E-8A77-D73C-AFAA685E1B05}"/>
              </a:ext>
            </a:extLst>
          </p:cNvPr>
          <p:cNvSpPr txBox="1"/>
          <p:nvPr/>
        </p:nvSpPr>
        <p:spPr>
          <a:xfrm>
            <a:off x="1478488" y="1754777"/>
            <a:ext cx="7554208" cy="461665"/>
          </a:xfrm>
          <a:prstGeom prst="rect">
            <a:avLst/>
          </a:prstGeom>
          <a:noFill/>
        </p:spPr>
        <p:txBody>
          <a:bodyPr wrap="square">
            <a:spAutoFit/>
          </a:bodyPr>
          <a:lstStyle/>
          <a:p>
            <a:endParaRPr lang="en-IN" sz="24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1AA55583-5454-85BD-0BB1-55A3B49C10CA}"/>
              </a:ext>
            </a:extLst>
          </p:cNvPr>
          <p:cNvSpPr>
            <a:spLocks noChangeArrowheads="1"/>
          </p:cNvSpPr>
          <p:nvPr/>
        </p:nvSpPr>
        <p:spPr bwMode="auto">
          <a:xfrm>
            <a:off x="323226" y="1090231"/>
            <a:ext cx="8497547" cy="2968248"/>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10000"/>
              </a:lnSpc>
              <a:spcBef>
                <a:spcPct val="0"/>
              </a:spcBef>
              <a:spcAft>
                <a:spcPct val="0"/>
              </a:spcAft>
              <a:buClrTx/>
              <a:buSzTx/>
              <a:tabLst/>
            </a:pPr>
            <a:r>
              <a:rPr kumimoji="0" lang="en-US" altLang="en-US" b="1" i="0" u="none" strike="noStrike" cap="none" normalizeH="0" baseline="0" dirty="0">
                <a:ln>
                  <a:noFill/>
                </a:ln>
                <a:solidFill>
                  <a:srgbClr val="0000FF"/>
                </a:solidFill>
                <a:effectLst/>
                <a:latin typeface="Calibri" panose="020F0502020204030204" pitchFamily="34" charset="0"/>
                <a:ea typeface="Calibri" panose="020F0502020204030204" pitchFamily="34" charset="0"/>
                <a:cs typeface="Calibri" panose="020F0502020204030204" pitchFamily="34" charset="0"/>
              </a:rPr>
              <a:t>Background and Context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AI-driven predictive models are increasingly used in healthcare to improve outcomes, reduce costs, and support decision-making</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17145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Despite their benefits, predictive models may exhibit bias across demographic groups such as gender, age, and race.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Such bias can lead to unequal identification of high-risk patients, resulting in inequitable care and operational inefficiencies. </a:t>
            </a:r>
          </a:p>
          <a:p>
            <a:pPr marL="171450" lvl="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Readmissions among diabetic patients remain a critical concern due to their impact on healthcare costs and quality </a:t>
            </a: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metrics. </a:t>
            </a:r>
          </a:p>
          <a:p>
            <a:pPr marR="0" lvl="0" algn="l" defTabSz="914400" rtl="0" eaLnBrk="0" fontAlgn="base" latinLnBrk="0" hangingPunct="0">
              <a:lnSpc>
                <a:spcPct val="110000"/>
              </a:lnSpc>
              <a:spcBef>
                <a:spcPts val="600"/>
              </a:spcBef>
              <a:spcAft>
                <a:spcPct val="0"/>
              </a:spcAft>
              <a:buClrTx/>
              <a:buSzTx/>
              <a:tabLst/>
            </a:pPr>
            <a:r>
              <a:rPr kumimoji="0" lang="en-US" altLang="en-US" b="1" i="0" u="none" strike="noStrike" cap="none" normalizeH="0" baseline="0" dirty="0">
                <a:ln>
                  <a:noFill/>
                </a:ln>
                <a:solidFill>
                  <a:srgbClr val="0000FF"/>
                </a:solidFill>
                <a:effectLst/>
                <a:latin typeface="Calibri" panose="020F0502020204030204" pitchFamily="34" charset="0"/>
                <a:ea typeface="Calibri" panose="020F0502020204030204" pitchFamily="34" charset="0"/>
                <a:cs typeface="Calibri" panose="020F0502020204030204" pitchFamily="34" charset="0"/>
              </a:rPr>
              <a:t>This study </a:t>
            </a:r>
          </a:p>
          <a:p>
            <a:pPr marL="171450" lvl="2" indent="-171450" eaLnBrk="0" fontAlgn="base" hangingPunct="0">
              <a:lnSpc>
                <a:spcPct val="110000"/>
              </a:lnSpc>
              <a:spcBef>
                <a:spcPct val="0"/>
              </a:spcBef>
              <a:spcAft>
                <a:spcPct val="0"/>
              </a:spcAft>
              <a:buClrTx/>
              <a:buFont typeface="Arial" panose="020B0604020202020204" pitchFamily="34" charset="0"/>
              <a:buChar char="•"/>
            </a:pP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Evaluates demographic disparities in model performance, with a focus on false negative rates in readmission prediction. </a:t>
            </a:r>
          </a:p>
          <a:p>
            <a:pPr marL="171450" lvl="2" indent="-171450" eaLnBrk="0" fontAlgn="base" hangingPunct="0">
              <a:lnSpc>
                <a:spcPct val="110000"/>
              </a:lnSpc>
              <a:spcBef>
                <a:spcPct val="0"/>
              </a:spcBef>
              <a:spcAft>
                <a:spcPct val="0"/>
              </a:spcAft>
              <a:buClrTx/>
              <a:buFont typeface="Arial" panose="020B0604020202020204" pitchFamily="34" charset="0"/>
              <a:buChar char="•"/>
            </a:pP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Assesses whether bias mitigation techniques can reduce disparities without compromising overall model performance. </a:t>
            </a:r>
          </a:p>
        </p:txBody>
      </p:sp>
      <p:sp>
        <p:nvSpPr>
          <p:cNvPr id="4" name="Rectangle 3">
            <a:extLst>
              <a:ext uri="{FF2B5EF4-FFF2-40B4-BE49-F238E27FC236}">
                <a16:creationId xmlns:a16="http://schemas.microsoft.com/office/drawing/2014/main" id="{2028DE92-3044-24E2-4AC4-22B3F64E3BF5}"/>
              </a:ext>
            </a:extLst>
          </p:cNvPr>
          <p:cNvSpPr/>
          <p:nvPr/>
        </p:nvSpPr>
        <p:spPr>
          <a:xfrm>
            <a:off x="323227" y="4150324"/>
            <a:ext cx="8497546" cy="572701"/>
          </a:xfrm>
          <a:prstGeom prst="rect">
            <a:avLst/>
          </a:prstGeom>
          <a:ln w="127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6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Evaluating Bias in Readmission Prediction Models: </a:t>
            </a:r>
          </a:p>
          <a:p>
            <a:pPr algn="ctr"/>
            <a:r>
              <a:rPr lang="en-IN" sz="16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Demographic Disparities in Diabetic Patient Outcomes</a:t>
            </a:r>
          </a:p>
        </p:txBody>
      </p:sp>
    </p:spTree>
    <p:extLst>
      <p:ext uri="{BB962C8B-B14F-4D97-AF65-F5344CB8AC3E}">
        <p14:creationId xmlns:p14="http://schemas.microsoft.com/office/powerpoint/2010/main" val="415156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092468C-56F0-D0D0-E2DA-8ECA9067255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C81BD7C-F008-3174-5E25-19D216C209FB}"/>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Target Audience</a:t>
            </a:r>
          </a:p>
        </p:txBody>
      </p:sp>
      <p:graphicFrame>
        <p:nvGraphicFramePr>
          <p:cNvPr id="2" name="Table 1">
            <a:extLst>
              <a:ext uri="{FF2B5EF4-FFF2-40B4-BE49-F238E27FC236}">
                <a16:creationId xmlns:a16="http://schemas.microsoft.com/office/drawing/2014/main" id="{9048A87D-8B68-F177-516E-66F73E2D5C32}"/>
              </a:ext>
            </a:extLst>
          </p:cNvPr>
          <p:cNvGraphicFramePr>
            <a:graphicFrameLocks noGrp="1"/>
          </p:cNvGraphicFramePr>
          <p:nvPr>
            <p:extLst>
              <p:ext uri="{D42A27DB-BD31-4B8C-83A1-F6EECF244321}">
                <p14:modId xmlns:p14="http://schemas.microsoft.com/office/powerpoint/2010/main" val="978918183"/>
              </p:ext>
            </p:extLst>
          </p:nvPr>
        </p:nvGraphicFramePr>
        <p:xfrm>
          <a:off x="317180" y="973262"/>
          <a:ext cx="8509639" cy="2336353"/>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3795097">
                  <a:extLst>
                    <a:ext uri="{9D8B030D-6E8A-4147-A177-3AD203B41FA5}">
                      <a16:colId xmlns:a16="http://schemas.microsoft.com/office/drawing/2014/main" val="2169674154"/>
                    </a:ext>
                  </a:extLst>
                </a:gridCol>
                <a:gridCol w="3881838">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Target Users</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Motivation</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extLst>
                  <a:ext uri="{0D108BD9-81ED-4DB2-BD59-A6C34878D82A}">
                    <a16:rowId xmlns:a16="http://schemas.microsoft.com/office/drawing/2014/main" val="2430365068"/>
                  </a:ext>
                </a:extLst>
              </a:tr>
              <a:tr h="51861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Hospital Administrators / Healthcare Executives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Responsible for readmission rates, cost control, compliance (CMS penalties).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AI models influence  patient prioritization and resource allocation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510362">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Clinical Operations Managers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Manage: discharge planning, care coordination. </a:t>
                      </a:r>
                    </a:p>
                  </a:txBody>
                  <a:tcPr marL="36000" marR="36000" marT="36000" marB="36000" anchor="ct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if model is biased as some patients may not receive follow-up care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Data &amp; Analytics Teams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Build and deploy predictive models. </a:t>
                      </a:r>
                    </a:p>
                  </a:txBody>
                  <a:tcPr marL="36000" marR="36000" marT="36000" marB="36000" anchor="ctr">
                    <a:solidFill>
                      <a:schemeClr val="bg1">
                        <a:alpha val="20000"/>
                      </a:schemeClr>
                    </a:solidFill>
                  </a:tcP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they need to ensure models are fair and reliable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283377">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Policy Makers / Regulators (Secondary)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Example: CMS (US healthcare system)</a:t>
                      </a:r>
                    </a:p>
                  </a:txBody>
                  <a:tcPr marL="36000" marR="36000" marT="36000" marB="36000" anchor="ct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 are concerned with fairness, equity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Tree>
    <p:extLst>
      <p:ext uri="{BB962C8B-B14F-4D97-AF65-F5344CB8AC3E}">
        <p14:creationId xmlns:p14="http://schemas.microsoft.com/office/powerpoint/2010/main" val="3440897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D36AAD-8D10-7DA5-B219-FEF12D39F3E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7295827-E3A6-8DAF-91D5-7C5D12190A5F}"/>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Research Questions</a:t>
            </a:r>
          </a:p>
        </p:txBody>
      </p:sp>
      <p:sp>
        <p:nvSpPr>
          <p:cNvPr id="18" name="TextBox 17">
            <a:extLst>
              <a:ext uri="{FF2B5EF4-FFF2-40B4-BE49-F238E27FC236}">
                <a16:creationId xmlns:a16="http://schemas.microsoft.com/office/drawing/2014/main" id="{F6914803-4932-539D-66C1-EDE4CEA5023B}"/>
              </a:ext>
            </a:extLst>
          </p:cNvPr>
          <p:cNvSpPr txBox="1"/>
          <p:nvPr/>
        </p:nvSpPr>
        <p:spPr>
          <a:xfrm>
            <a:off x="357963" y="1840178"/>
            <a:ext cx="8520600" cy="2912016"/>
          </a:xfrm>
          <a:prstGeom prst="rect">
            <a:avLst/>
          </a:prstGeom>
          <a:noFill/>
          <a:ln>
            <a:solidFill>
              <a:srgbClr val="FF0000"/>
            </a:solidFill>
          </a:ln>
        </p:spPr>
        <p:txBody>
          <a:bodyPr wrap="square">
            <a:spAutoFit/>
          </a:bodyPr>
          <a:lstStyle/>
          <a:p>
            <a:pPr>
              <a:lnSpc>
                <a:spcPct val="11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Research Question 1 (RQ1): Performance Equity Across Demographic Groups</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None/>
            </a:pPr>
            <a:r>
              <a:rPr lang="en-IN"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Does the predictive model demonstrate consistent classification performance across demographic groups such as gender, age, and race?</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2 (RQ2): Critical Error Disparities</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Are certain demographic groups more likely to be misclassified as low risk despite being high-risk patients?</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3 (RQ3): Impact of Dataset Imbalance</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Is model bias across demographic groups influenced by imbalance in the underlying dataset?</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4 (RQ4): Effectiveness of Bias Mitigation</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Can bias in predictive outcomes be reduced through mitigation techniques without significantly degrading overall predictive performance?</a:t>
            </a:r>
            <a:endParaRPr lang="en-IN"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1F30550-5B56-8F37-B0E7-58F7E3FE8EB2}"/>
              </a:ext>
            </a:extLst>
          </p:cNvPr>
          <p:cNvSpPr txBox="1"/>
          <p:nvPr/>
        </p:nvSpPr>
        <p:spPr>
          <a:xfrm>
            <a:off x="357963" y="966680"/>
            <a:ext cx="8520600" cy="738664"/>
          </a:xfrm>
          <a:prstGeom prst="rect">
            <a:avLst/>
          </a:prstGeom>
          <a:noFill/>
          <a:ln>
            <a:solidFill>
              <a:srgbClr val="00B050"/>
            </a:solidFill>
          </a:ln>
        </p:spPr>
        <p:txBody>
          <a:bodyPr wrap="square">
            <a:spAutoFit/>
          </a:bodyPr>
          <a:lstStyle/>
          <a:p>
            <a:r>
              <a:rPr lang="en-IN" dirty="0">
                <a:effectLst/>
                <a:latin typeface="Calibri" panose="020F0502020204030204" pitchFamily="34" charset="0"/>
                <a:ea typeface="Calibri" panose="020F0502020204030204" pitchFamily="34" charset="0"/>
                <a:cs typeface="Calibri" panose="020F0502020204030204" pitchFamily="34" charset="0"/>
              </a:rPr>
              <a:t>The overall objective of this study is to evaluate whether predictive models for hospital readmission among diabetic patients exhibit bias across demographic groups and to assess the implications of such bias on healthcare decision-making and operational outcomes</a:t>
            </a:r>
            <a:endParaRPr lang="en-IN" dirty="0"/>
          </a:p>
        </p:txBody>
      </p:sp>
    </p:spTree>
    <p:extLst>
      <p:ext uri="{BB962C8B-B14F-4D97-AF65-F5344CB8AC3E}">
        <p14:creationId xmlns:p14="http://schemas.microsoft.com/office/powerpoint/2010/main" val="207315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4C03803-5E22-98DD-8C41-A71BEE7BDCF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A368B54-502C-01C8-751F-5A9B9104FE1B}"/>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Data</a:t>
            </a:r>
          </a:p>
        </p:txBody>
      </p:sp>
      <p:sp>
        <p:nvSpPr>
          <p:cNvPr id="4" name="TextBox 3">
            <a:extLst>
              <a:ext uri="{FF2B5EF4-FFF2-40B4-BE49-F238E27FC236}">
                <a16:creationId xmlns:a16="http://schemas.microsoft.com/office/drawing/2014/main" id="{D041A9B2-3A21-8566-BADB-16264F93A692}"/>
              </a:ext>
            </a:extLst>
          </p:cNvPr>
          <p:cNvSpPr txBox="1"/>
          <p:nvPr/>
        </p:nvSpPr>
        <p:spPr>
          <a:xfrm>
            <a:off x="38986" y="748565"/>
            <a:ext cx="8722242" cy="554447"/>
          </a:xfrm>
          <a:prstGeom prst="rect">
            <a:avLst/>
          </a:prstGeom>
          <a:noFill/>
        </p:spPr>
        <p:txBody>
          <a:bodyPr wrap="square">
            <a:spAutoFit/>
          </a:bodyPr>
          <a:lstStyle/>
          <a:p>
            <a:pPr marL="457200" algn="ctr">
              <a:lnSpc>
                <a:spcPct val="110000"/>
              </a:lnSpc>
              <a:buNone/>
            </a:pPr>
            <a:r>
              <a:rPr lang="en-IN" dirty="0">
                <a:effectLst/>
                <a:latin typeface="Calibri" panose="020F0502020204030204" pitchFamily="34" charset="0"/>
                <a:ea typeface="Calibri" panose="020F0502020204030204" pitchFamily="34" charset="0"/>
                <a:cs typeface="Calibri" panose="020F0502020204030204" pitchFamily="34" charset="0"/>
              </a:rPr>
              <a:t>Source : UCI Machine Learning Repository. </a:t>
            </a:r>
          </a:p>
          <a:p>
            <a:pPr marL="457200" algn="ctr">
              <a:lnSpc>
                <a:spcPct val="110000"/>
              </a:lnSpc>
              <a:buNone/>
            </a:pPr>
            <a:r>
              <a:rPr lang="en-IN"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3"/>
              </a:rPr>
              <a:t>Diabetes 130-US Hospitals for Years 1999-2008 - UCI Machine Learning Repository</a:t>
            </a:r>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2C4D2ABB-0813-6479-63E8-3A11393BC4A9}"/>
              </a:ext>
            </a:extLst>
          </p:cNvPr>
          <p:cNvPicPr>
            <a:picLocks noChangeAspect="1"/>
          </p:cNvPicPr>
          <p:nvPr/>
        </p:nvPicPr>
        <p:blipFill>
          <a:blip r:embed="rId4"/>
          <a:stretch>
            <a:fillRect/>
          </a:stretch>
        </p:blipFill>
        <p:spPr>
          <a:xfrm>
            <a:off x="987056" y="1321265"/>
            <a:ext cx="6826102" cy="3494547"/>
          </a:xfrm>
          <a:prstGeom prst="rect">
            <a:avLst/>
          </a:prstGeom>
        </p:spPr>
      </p:pic>
    </p:spTree>
    <p:extLst>
      <p:ext uri="{BB962C8B-B14F-4D97-AF65-F5344CB8AC3E}">
        <p14:creationId xmlns:p14="http://schemas.microsoft.com/office/powerpoint/2010/main" val="819437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2A9957-BBC7-8309-64E4-4D189470FBA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99B64DF1-009A-2D79-1329-2E8DE3708531}"/>
              </a:ext>
            </a:extLst>
          </p:cNvPr>
          <p:cNvSpPr>
            <a:spLocks noGrp="1"/>
          </p:cNvSpPr>
          <p:nvPr>
            <p:ph type="title"/>
          </p:nvPr>
        </p:nvSpPr>
        <p:spPr>
          <a:xfrm>
            <a:off x="201972" y="288368"/>
            <a:ext cx="1682246" cy="140616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Data Dictionary</a:t>
            </a:r>
          </a:p>
        </p:txBody>
      </p:sp>
      <p:pic>
        <p:nvPicPr>
          <p:cNvPr id="5" name="Picture 4">
            <a:extLst>
              <a:ext uri="{FF2B5EF4-FFF2-40B4-BE49-F238E27FC236}">
                <a16:creationId xmlns:a16="http://schemas.microsoft.com/office/drawing/2014/main" id="{CDFADEE0-C905-4798-8989-3C820EE1BCCA}"/>
              </a:ext>
            </a:extLst>
          </p:cNvPr>
          <p:cNvPicPr>
            <a:picLocks noChangeAspect="1"/>
          </p:cNvPicPr>
          <p:nvPr/>
        </p:nvPicPr>
        <p:blipFill>
          <a:blip r:embed="rId3"/>
          <a:stretch>
            <a:fillRect/>
          </a:stretch>
        </p:blipFill>
        <p:spPr>
          <a:xfrm>
            <a:off x="2006488" y="50145"/>
            <a:ext cx="4693989" cy="4893232"/>
          </a:xfrm>
          <a:prstGeom prst="rect">
            <a:avLst/>
          </a:prstGeom>
        </p:spPr>
      </p:pic>
    </p:spTree>
    <p:extLst>
      <p:ext uri="{BB962C8B-B14F-4D97-AF65-F5344CB8AC3E}">
        <p14:creationId xmlns:p14="http://schemas.microsoft.com/office/powerpoint/2010/main" val="1318145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A8D52B3-E8D4-CCAD-B248-EF1DB98A412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1C084D6-05DA-541C-11FC-14FD02203860}"/>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Approach</a:t>
            </a:r>
          </a:p>
        </p:txBody>
      </p:sp>
      <p:sp>
        <p:nvSpPr>
          <p:cNvPr id="3" name="TextBox 2">
            <a:extLst>
              <a:ext uri="{FF2B5EF4-FFF2-40B4-BE49-F238E27FC236}">
                <a16:creationId xmlns:a16="http://schemas.microsoft.com/office/drawing/2014/main" id="{89DE03BC-2089-6909-6043-3E955C1F6188}"/>
              </a:ext>
            </a:extLst>
          </p:cNvPr>
          <p:cNvSpPr txBox="1"/>
          <p:nvPr/>
        </p:nvSpPr>
        <p:spPr>
          <a:xfrm>
            <a:off x="258678" y="861068"/>
            <a:ext cx="8360781" cy="691600"/>
          </a:xfrm>
          <a:prstGeom prst="rect">
            <a:avLst/>
          </a:prstGeom>
          <a:noFill/>
        </p:spPr>
        <p:txBody>
          <a:bodyPr wrap="square" rtlCol="0">
            <a:spAutoFit/>
          </a:bodyPr>
          <a:lstStyle/>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Data Preprocessing </a:t>
            </a:r>
            <a:r>
              <a:rPr lang="en-IN" sz="1200" dirty="0">
                <a:latin typeface="Calibri" panose="020F0502020204030204" pitchFamily="34" charset="0"/>
                <a:ea typeface="Calibri" panose="020F0502020204030204" pitchFamily="34" charset="0"/>
                <a:cs typeface="Calibri" panose="020F0502020204030204" pitchFamily="34" charset="0"/>
              </a:rPr>
              <a:t>: Missing value Handling, Encoding categorical variables, Feature selection, Target transformation</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Modelling</a:t>
            </a:r>
            <a:r>
              <a:rPr lang="en-IN" sz="1200" dirty="0">
                <a:latin typeface="Calibri" panose="020F0502020204030204" pitchFamily="34" charset="0"/>
                <a:ea typeface="Calibri" panose="020F0502020204030204" pitchFamily="34" charset="0"/>
                <a:cs typeface="Calibri" panose="020F0502020204030204" pitchFamily="34" charset="0"/>
              </a:rPr>
              <a:t> : Binary classification (Logistic regression), prediction, additional model – Random Forest, Gradient Boost</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Bias analysis </a:t>
            </a:r>
            <a:r>
              <a:rPr lang="en-IN" sz="1200" dirty="0">
                <a:latin typeface="Calibri" panose="020F0502020204030204" pitchFamily="34" charset="0"/>
                <a:ea typeface="Calibri" panose="020F0502020204030204" pitchFamily="34" charset="0"/>
                <a:cs typeface="Calibri" panose="020F0502020204030204" pitchFamily="34" charset="0"/>
              </a:rPr>
              <a:t>: RQ1 (Group wise performance selection), RQ2 (Disparity analysis), RQ3 (Dataset balancing), RQ4 (Bias mitigation)</a:t>
            </a:r>
          </a:p>
        </p:txBody>
      </p:sp>
      <p:graphicFrame>
        <p:nvGraphicFramePr>
          <p:cNvPr id="4" name="Table 3">
            <a:extLst>
              <a:ext uri="{FF2B5EF4-FFF2-40B4-BE49-F238E27FC236}">
                <a16:creationId xmlns:a16="http://schemas.microsoft.com/office/drawing/2014/main" id="{38B304CE-39B9-7C2D-D460-67D55B52E62A}"/>
              </a:ext>
            </a:extLst>
          </p:cNvPr>
          <p:cNvGraphicFramePr>
            <a:graphicFrameLocks noGrp="1"/>
          </p:cNvGraphicFramePr>
          <p:nvPr>
            <p:extLst>
              <p:ext uri="{D42A27DB-BD31-4B8C-83A1-F6EECF244321}">
                <p14:modId xmlns:p14="http://schemas.microsoft.com/office/powerpoint/2010/main" val="50705868"/>
              </p:ext>
            </p:extLst>
          </p:nvPr>
        </p:nvGraphicFramePr>
        <p:xfrm>
          <a:off x="406117" y="1627591"/>
          <a:ext cx="8489910" cy="3605003"/>
        </p:xfrm>
        <a:graphic>
          <a:graphicData uri="http://schemas.openxmlformats.org/drawingml/2006/table">
            <a:tbl>
              <a:tblPr>
                <a:tableStyleId>{68D230F3-CF80-4859-8CE7-A43EE81993B5}</a:tableStyleId>
              </a:tblPr>
              <a:tblGrid>
                <a:gridCol w="454039">
                  <a:extLst>
                    <a:ext uri="{9D8B030D-6E8A-4147-A177-3AD203B41FA5}">
                      <a16:colId xmlns:a16="http://schemas.microsoft.com/office/drawing/2014/main" val="1708329505"/>
                    </a:ext>
                  </a:extLst>
                </a:gridCol>
                <a:gridCol w="1193370">
                  <a:extLst>
                    <a:ext uri="{9D8B030D-6E8A-4147-A177-3AD203B41FA5}">
                      <a16:colId xmlns:a16="http://schemas.microsoft.com/office/drawing/2014/main" val="1885472224"/>
                    </a:ext>
                  </a:extLst>
                </a:gridCol>
                <a:gridCol w="1427672">
                  <a:extLst>
                    <a:ext uri="{9D8B030D-6E8A-4147-A177-3AD203B41FA5}">
                      <a16:colId xmlns:a16="http://schemas.microsoft.com/office/drawing/2014/main" val="4057265753"/>
                    </a:ext>
                  </a:extLst>
                </a:gridCol>
                <a:gridCol w="1025027">
                  <a:extLst>
                    <a:ext uri="{9D8B030D-6E8A-4147-A177-3AD203B41FA5}">
                      <a16:colId xmlns:a16="http://schemas.microsoft.com/office/drawing/2014/main" val="261525316"/>
                    </a:ext>
                  </a:extLst>
                </a:gridCol>
                <a:gridCol w="1025027">
                  <a:extLst>
                    <a:ext uri="{9D8B030D-6E8A-4147-A177-3AD203B41FA5}">
                      <a16:colId xmlns:a16="http://schemas.microsoft.com/office/drawing/2014/main" val="1999402214"/>
                    </a:ext>
                  </a:extLst>
                </a:gridCol>
                <a:gridCol w="1025027">
                  <a:extLst>
                    <a:ext uri="{9D8B030D-6E8A-4147-A177-3AD203B41FA5}">
                      <a16:colId xmlns:a16="http://schemas.microsoft.com/office/drawing/2014/main" val="2963462119"/>
                    </a:ext>
                  </a:extLst>
                </a:gridCol>
                <a:gridCol w="1025027">
                  <a:extLst>
                    <a:ext uri="{9D8B030D-6E8A-4147-A177-3AD203B41FA5}">
                      <a16:colId xmlns:a16="http://schemas.microsoft.com/office/drawing/2014/main" val="1083555132"/>
                    </a:ext>
                  </a:extLst>
                </a:gridCol>
                <a:gridCol w="1314721">
                  <a:extLst>
                    <a:ext uri="{9D8B030D-6E8A-4147-A177-3AD203B41FA5}">
                      <a16:colId xmlns:a16="http://schemas.microsoft.com/office/drawing/2014/main" val="1056006652"/>
                    </a:ext>
                  </a:extLst>
                </a:gridCol>
              </a:tblGrid>
              <a:tr h="229554">
                <a:tc>
                  <a:txBody>
                    <a:bodyPr/>
                    <a:lstStyle/>
                    <a:p>
                      <a:pPr>
                        <a:buNone/>
                      </a:pPr>
                      <a:r>
                        <a:rPr lang="en-IN" sz="1100" b="1" dirty="0">
                          <a:solidFill>
                            <a:schemeClr val="bg1"/>
                          </a:solidFill>
                        </a:rPr>
                        <a:t>RQ</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Goal</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Core Question</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Focus Area</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Data Used</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Key Metric</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Statistical Test</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Why It Matters</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550013859"/>
                  </a:ext>
                </a:extLst>
              </a:tr>
              <a:tr h="796686">
                <a:tc>
                  <a:txBody>
                    <a:bodyPr/>
                    <a:lstStyle/>
                    <a:p>
                      <a:pPr>
                        <a:buNone/>
                      </a:pPr>
                      <a:r>
                        <a:rPr lang="en-IN" sz="1000" b="1"/>
                        <a:t>RQ1</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Detect general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Does model performance differ across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Overall correctness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All test data</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Accuracy (correct vs incorrect)</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Chi-square</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Identifies whether the model is equally reliable across demographic groups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995434"/>
                  </a:ext>
                </a:extLst>
              </a:tr>
              <a:tr h="796686">
                <a:tc>
                  <a:txBody>
                    <a:bodyPr/>
                    <a:lstStyle/>
                    <a:p>
                      <a:pPr>
                        <a:buNone/>
                      </a:pPr>
                      <a:r>
                        <a:rPr lang="en-IN" sz="1000" b="1"/>
                        <a:t>RQ2</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Detect harmful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Are high-risk patients missed more in certain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Critical errors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Only actual readmitted patients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False Negative Rate (FNR)</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Chi-square</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Highlights inequity in identifying high-risk patients (most important clinically)</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797164"/>
                  </a:ext>
                </a:extLst>
              </a:tr>
              <a:tr h="607642">
                <a:tc>
                  <a:txBody>
                    <a:bodyPr/>
                    <a:lstStyle/>
                    <a:p>
                      <a:pPr>
                        <a:buNone/>
                      </a:pPr>
                      <a:r>
                        <a:rPr lang="en-IN" sz="1000" b="1"/>
                        <a:t>RQ3</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Explain bias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a:t>Is bias caused by dataset imbalance?</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Source of disparity</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Repeated model runs (original vs rebalanced data)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FNR Gap (difference across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Paired t-test</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Determines whether bias arises from data distribution issues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8904343"/>
                  </a:ext>
                </a:extLst>
              </a:tr>
              <a:tr h="985731">
                <a:tc>
                  <a:txBody>
                    <a:bodyPr/>
                    <a:lstStyle/>
                    <a:p>
                      <a:pPr>
                        <a:buNone/>
                      </a:pPr>
                      <a:r>
                        <a:rPr lang="en-IN" sz="1000" b="1"/>
                        <a:t>RQ4</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Solve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US" sz="1000"/>
                        <a:t>Can bias be reduced without hurting performance?</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a:t>Bias mitigation</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Repeated model runs (baseline vs mitigated model)</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FNR Gap + F1/AUC</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Paired t-test</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US" sz="800" dirty="0"/>
                        <a:t>Evaluates whether fairness can be improved without compromising model effectiveness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34020901"/>
                  </a:ext>
                </a:extLst>
              </a:tr>
            </a:tbl>
          </a:graphicData>
        </a:graphic>
      </p:graphicFrame>
    </p:spTree>
    <p:extLst>
      <p:ext uri="{BB962C8B-B14F-4D97-AF65-F5344CB8AC3E}">
        <p14:creationId xmlns:p14="http://schemas.microsoft.com/office/powerpoint/2010/main" val="2826133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17743A0-4348-D7A3-CC5A-19CA2F96DED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0DD6797-3D6D-B6A1-905D-CFD879EEB6D0}"/>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Approach…. </a:t>
            </a:r>
            <a:r>
              <a:rPr lang="en-IN" sz="2800" dirty="0" err="1">
                <a:solidFill>
                  <a:srgbClr val="434343"/>
                </a:solidFill>
                <a:latin typeface="Calibri" panose="020F0502020204030204" pitchFamily="34" charset="0"/>
                <a:ea typeface="Calibri" panose="020F0502020204030204" pitchFamily="34" charset="0"/>
                <a:cs typeface="Calibri" panose="020F0502020204030204" pitchFamily="34" charset="0"/>
              </a:rPr>
              <a:t>contd</a:t>
            </a:r>
            <a:endPar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24EDCF51-CF38-B7BF-FB6F-D2DAE3797C49}"/>
              </a:ext>
            </a:extLst>
          </p:cNvPr>
          <p:cNvGraphicFramePr>
            <a:graphicFrameLocks noGrp="1"/>
          </p:cNvGraphicFramePr>
          <p:nvPr>
            <p:extLst>
              <p:ext uri="{D42A27DB-BD31-4B8C-83A1-F6EECF244321}">
                <p14:modId xmlns:p14="http://schemas.microsoft.com/office/powerpoint/2010/main" val="2002105298"/>
              </p:ext>
            </p:extLst>
          </p:nvPr>
        </p:nvGraphicFramePr>
        <p:xfrm>
          <a:off x="258678" y="1554445"/>
          <a:ext cx="8729377" cy="2892795"/>
        </p:xfrm>
        <a:graphic>
          <a:graphicData uri="http://schemas.openxmlformats.org/drawingml/2006/table">
            <a:tbl>
              <a:tblPr firstRow="1" firstCol="1" bandRow="1">
                <a:tableStyleId>{9D7B26C5-4107-4FEC-AEDC-1716B250A1EF}</a:tableStyleId>
              </a:tblPr>
              <a:tblGrid>
                <a:gridCol w="620278">
                  <a:extLst>
                    <a:ext uri="{9D8B030D-6E8A-4147-A177-3AD203B41FA5}">
                      <a16:colId xmlns:a16="http://schemas.microsoft.com/office/drawing/2014/main" val="1131561941"/>
                    </a:ext>
                  </a:extLst>
                </a:gridCol>
                <a:gridCol w="1520024">
                  <a:extLst>
                    <a:ext uri="{9D8B030D-6E8A-4147-A177-3AD203B41FA5}">
                      <a16:colId xmlns:a16="http://schemas.microsoft.com/office/drawing/2014/main" val="2169674154"/>
                    </a:ext>
                  </a:extLst>
                </a:gridCol>
                <a:gridCol w="1520024">
                  <a:extLst>
                    <a:ext uri="{9D8B030D-6E8A-4147-A177-3AD203B41FA5}">
                      <a16:colId xmlns:a16="http://schemas.microsoft.com/office/drawing/2014/main" val="1000759635"/>
                    </a:ext>
                  </a:extLst>
                </a:gridCol>
                <a:gridCol w="2602297">
                  <a:extLst>
                    <a:ext uri="{9D8B030D-6E8A-4147-A177-3AD203B41FA5}">
                      <a16:colId xmlns:a16="http://schemas.microsoft.com/office/drawing/2014/main" val="2546561651"/>
                    </a:ext>
                  </a:extLst>
                </a:gridCol>
                <a:gridCol w="2466754">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Primary Metric</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Statistic</a:t>
                      </a: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Null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Alternative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extLst>
                  <a:ext uri="{0D108BD9-81ED-4DB2-BD59-A6C34878D82A}">
                    <a16:rowId xmlns:a16="http://schemas.microsoft.com/office/drawing/2014/main" val="2430365068"/>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RQ1</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Accuracy / Correctness</a:t>
                      </a:r>
                    </a:p>
                  </a:txBody>
                  <a:tcPr marL="36000" marR="36000" marT="36000" marB="36000" anchor="ctr">
                    <a:solidFill>
                      <a:schemeClr val="bg1">
                        <a:lumMod val="95000"/>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of independence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classification correctness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RQ2</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False Negative Rate</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or two-proportion z-test </a:t>
                      </a: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false negative rates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RQ3</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txBody>
                  <a:tcPr marL="36000" marR="36000" marT="36000" marB="36000" anchor="ctr">
                    <a:solidFill>
                      <a:schemeClr val="bg1">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signed-rank test </a:t>
                      </a:r>
                    </a:p>
                  </a:txBody>
                  <a:tcPr marL="36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does not change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changes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RQ4</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Overall model performance (AUC, F1-score) </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test </a:t>
                      </a:r>
                    </a:p>
                    <a:p>
                      <a:pPr marL="0" algn="l" fontAlgn="t">
                        <a:lnSpc>
                          <a:spcPct val="100000"/>
                        </a:lnSpc>
                        <a:buNone/>
                      </a:pP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does not reduce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reduces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
        <p:nvSpPr>
          <p:cNvPr id="3" name="TextBox 2">
            <a:extLst>
              <a:ext uri="{FF2B5EF4-FFF2-40B4-BE49-F238E27FC236}">
                <a16:creationId xmlns:a16="http://schemas.microsoft.com/office/drawing/2014/main" id="{65996BE4-273B-5E3A-8A62-F6CC0E8B34A2}"/>
              </a:ext>
            </a:extLst>
          </p:cNvPr>
          <p:cNvSpPr txBox="1"/>
          <p:nvPr/>
        </p:nvSpPr>
        <p:spPr>
          <a:xfrm>
            <a:off x="258678" y="861068"/>
            <a:ext cx="8360781" cy="488467"/>
          </a:xfrm>
          <a:prstGeom prst="rect">
            <a:avLst/>
          </a:prstGeom>
          <a:noFill/>
        </p:spPr>
        <p:txBody>
          <a:bodyPr wrap="square" rtlCol="0">
            <a:spAutoFit/>
          </a:bodyPr>
          <a:lstStyle/>
          <a:p>
            <a:pPr marL="171450" indent="-171450">
              <a:lnSpc>
                <a:spcPct val="110000"/>
              </a:lnSpc>
              <a:buFont typeface="Arial" panose="020B0604020202020204" pitchFamily="34" charset="0"/>
              <a:buChar char="•"/>
            </a:pPr>
            <a:endParaRPr lang="en-IN" sz="12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sz="1200" b="1" dirty="0">
                <a:latin typeface="Calibri" panose="020F0502020204030204" pitchFamily="34" charset="0"/>
                <a:ea typeface="Calibri" panose="020F0502020204030204" pitchFamily="34" charset="0"/>
                <a:cs typeface="Calibri" panose="020F0502020204030204" pitchFamily="34" charset="0"/>
              </a:rPr>
              <a:t>Hypothesis</a:t>
            </a:r>
            <a:r>
              <a:rPr lang="en-IN" sz="1200" dirty="0">
                <a:latin typeface="Calibri" panose="020F0502020204030204" pitchFamily="34" charset="0"/>
                <a:ea typeface="Calibri" panose="020F0502020204030204" pitchFamily="34" charset="0"/>
                <a:cs typeface="Calibri" panose="020F0502020204030204" pitchFamily="34" charset="0"/>
              </a:rPr>
              <a:t> formulation and Statistical testing </a:t>
            </a:r>
          </a:p>
        </p:txBody>
      </p:sp>
    </p:spTree>
    <p:extLst>
      <p:ext uri="{BB962C8B-B14F-4D97-AF65-F5344CB8AC3E}">
        <p14:creationId xmlns:p14="http://schemas.microsoft.com/office/powerpoint/2010/main" val="23183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F44B40-15E5-F534-AA94-D81C8DC42A5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D17FCC2-C595-F800-89A9-9876F24B45D1}"/>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Sample size calculations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13F6584-F919-847B-699D-85616404DD2B}"/>
                  </a:ext>
                </a:extLst>
              </p:cNvPr>
              <p:cNvGraphicFramePr>
                <a:graphicFrameLocks noGrp="1"/>
              </p:cNvGraphicFramePr>
              <p:nvPr>
                <p:extLst>
                  <p:ext uri="{D42A27DB-BD31-4B8C-83A1-F6EECF244321}">
                    <p14:modId xmlns:p14="http://schemas.microsoft.com/office/powerpoint/2010/main" val="1327561269"/>
                  </p:ext>
                </p:extLst>
              </p:nvPr>
            </p:nvGraphicFramePr>
            <p:xfrm>
              <a:off x="451326" y="1089037"/>
              <a:ext cx="8444701" cy="3684055"/>
            </p:xfrm>
            <a:graphic>
              <a:graphicData uri="http://schemas.openxmlformats.org/drawingml/2006/table">
                <a:tbl>
                  <a:tblPr>
                    <a:tableStyleId>{2D5ABB26-0587-4C30-8999-92F81FD0307C}</a:tableStyleId>
                  </a:tblPr>
                  <a:tblGrid>
                    <a:gridCol w="579311">
                      <a:extLst>
                        <a:ext uri="{9D8B030D-6E8A-4147-A177-3AD203B41FA5}">
                          <a16:colId xmlns:a16="http://schemas.microsoft.com/office/drawing/2014/main" val="1964641796"/>
                        </a:ext>
                      </a:extLst>
                    </a:gridCol>
                    <a:gridCol w="1162373">
                      <a:extLst>
                        <a:ext uri="{9D8B030D-6E8A-4147-A177-3AD203B41FA5}">
                          <a16:colId xmlns:a16="http://schemas.microsoft.com/office/drawing/2014/main" val="770871216"/>
                        </a:ext>
                      </a:extLst>
                    </a:gridCol>
                    <a:gridCol w="1263112">
                      <a:extLst>
                        <a:ext uri="{9D8B030D-6E8A-4147-A177-3AD203B41FA5}">
                          <a16:colId xmlns:a16="http://schemas.microsoft.com/office/drawing/2014/main" val="4161145162"/>
                        </a:ext>
                      </a:extLst>
                    </a:gridCol>
                    <a:gridCol w="1433593">
                      <a:extLst>
                        <a:ext uri="{9D8B030D-6E8A-4147-A177-3AD203B41FA5}">
                          <a16:colId xmlns:a16="http://schemas.microsoft.com/office/drawing/2014/main" val="335348410"/>
                        </a:ext>
                      </a:extLst>
                    </a:gridCol>
                    <a:gridCol w="2882685">
                      <a:extLst>
                        <a:ext uri="{9D8B030D-6E8A-4147-A177-3AD203B41FA5}">
                          <a16:colId xmlns:a16="http://schemas.microsoft.com/office/drawing/2014/main" val="588442442"/>
                        </a:ext>
                      </a:extLst>
                    </a:gridCol>
                    <a:gridCol w="1123627">
                      <a:extLst>
                        <a:ext uri="{9D8B030D-6E8A-4147-A177-3AD203B41FA5}">
                          <a16:colId xmlns:a16="http://schemas.microsoft.com/office/drawing/2014/main" val="220065736"/>
                        </a:ext>
                      </a:extLst>
                    </a:gridCol>
                  </a:tblGrid>
                  <a:tr h="332404">
                    <a:tc>
                      <a:txBody>
                        <a:bodyPr/>
                        <a:lstStyle/>
                        <a:p>
                          <a:pPr algn="ctr">
                            <a:buNone/>
                          </a:pPr>
                          <a:r>
                            <a:rPr lang="en-IN" sz="1000" dirty="0">
                              <a:solidFill>
                                <a:schemeClr val="bg1"/>
                              </a:solidFill>
                            </a:rPr>
                            <a:t>RQ</a:t>
                          </a:r>
                        </a:p>
                      </a:txBody>
                      <a:tcPr marL="53942" marR="53942" marT="26971" marB="26971"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Method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outcome compared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parameters</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Formula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Minimum sample size</a:t>
                          </a:r>
                        </a:p>
                      </a:txBody>
                      <a:tcPr marL="53942" marR="53942" marT="26971" marB="26971"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3426902"/>
                      </a:ext>
                    </a:extLst>
                  </a:tr>
                  <a:tr h="1174188">
                    <a:tc>
                      <a:txBody>
                        <a:bodyPr/>
                        <a:lstStyle/>
                        <a:p>
                          <a:pPr>
                            <a:buNone/>
                          </a:pPr>
                          <a:r>
                            <a:rPr lang="en-IN" sz="800" dirty="0"/>
                            <a:t>RQ1</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IN" sz="1000" dirty="0"/>
                            <a:t>Correct classification proportion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lvl="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1</m:t>
                                  </m:r>
                                </m:sub>
                              </m:sSub>
                              <m:r>
                                <a:rPr lang="en-IN" sz="1000" b="0" i="1" u="none" strike="noStrike" cap="none">
                                  <a:solidFill>
                                    <a:schemeClr val="tx1"/>
                                  </a:solidFill>
                                  <a:effectLst/>
                                  <a:latin typeface="Cambria Math" panose="02040503050406030204" pitchFamily="18" charset="0"/>
                                  <a:ea typeface="+mn-ea"/>
                                  <a:cs typeface="+mn-cs"/>
                                  <a:sym typeface="Arial"/>
                                </a:rPr>
                                <m:t>=0.80</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1 correctness)</a:t>
                          </a:r>
                        </a:p>
                        <a:p>
                          <a:pPr marL="171450" lvl="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2</m:t>
                                  </m:r>
                                </m:sub>
                              </m:sSub>
                              <m:r>
                                <a:rPr lang="en-IN" sz="1000" b="0" i="1" u="none" strike="noStrike" cap="none">
                                  <a:solidFill>
                                    <a:schemeClr val="tx1"/>
                                  </a:solidFill>
                                  <a:effectLst/>
                                  <a:latin typeface="Cambria Math" panose="02040503050406030204" pitchFamily="18" charset="0"/>
                                  <a:ea typeface="+mn-ea"/>
                                  <a:cs typeface="+mn-cs"/>
                                  <a:sym typeface="Arial"/>
                                </a:rPr>
                                <m:t>=0.75</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2 correctness)</a:t>
                          </a:r>
                        </a:p>
                        <a:p>
                          <a:pPr marL="17145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1</m:t>
                                  </m:r>
                                </m:sub>
                              </m:sSub>
                              <m:r>
                                <a:rPr lang="en-IN" sz="1000" b="0" i="1" u="none" strike="noStrike" cap="none">
                                  <a:solidFill>
                                    <a:schemeClr val="tx1"/>
                                  </a:solidFill>
                                  <a:effectLst/>
                                  <a:latin typeface="Cambria Math" panose="02040503050406030204" pitchFamily="18" charset="0"/>
                                  <a:ea typeface="+mn-ea"/>
                                  <a:cs typeface="+mn-cs"/>
                                  <a:sym typeface="Arial"/>
                                </a:rPr>
                                <m:t>−</m:t>
                              </m:r>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2</m:t>
                                  </m:r>
                                </m:sub>
                              </m:sSub>
                              <m:r>
                                <a:rPr lang="en-IN" sz="1000" b="0" i="1" u="none" strike="noStrike" cap="none">
                                  <a:solidFill>
                                    <a:schemeClr val="tx1"/>
                                  </a:solidFill>
                                  <a:effectLst/>
                                  <a:latin typeface="Cambria Math" panose="02040503050406030204" pitchFamily="18" charset="0"/>
                                  <a:ea typeface="+mn-ea"/>
                                  <a:cs typeface="+mn-cs"/>
                                  <a:sym typeface="Arial"/>
                                </a:rPr>
                                <m:t>=0.05</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(difference to detect)</a:t>
                          </a:r>
                          <a:endParaRPr lang="en-US" sz="900" i="1" dirty="0">
                            <a:solidFill>
                              <a:srgbClr val="0000FF"/>
                            </a:solidFil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buNone/>
                          </a:pPr>
                          <a:r>
                            <a:rPr lang="en-IN" sz="900" b="1" dirty="0"/>
                            <a:t>1,093 per group</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14195"/>
                      </a:ext>
                    </a:extLst>
                  </a:tr>
                  <a:tr h="1022115">
                    <a:tc>
                      <a:txBody>
                        <a:bodyPr/>
                        <a:lstStyle/>
                        <a:p>
                          <a:pPr>
                            <a:buNone/>
                          </a:pPr>
                          <a:r>
                            <a:rPr lang="en-IN" sz="800"/>
                            <a:t>RQ2</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False negative rate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smtClean="0">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1</m:t>
                                  </m:r>
                                </m:sub>
                              </m:sSub>
                              <m:r>
                                <a:rPr lang="en-IN" sz="1000" b="0" i="1" u="none" strike="noStrike" cap="none">
                                  <a:solidFill>
                                    <a:schemeClr val="tx1"/>
                                  </a:solidFill>
                                  <a:effectLst/>
                                  <a:latin typeface="Cambria Math" panose="02040503050406030204" pitchFamily="18" charset="0"/>
                                  <a:ea typeface="+mn-ea"/>
                                  <a:cs typeface="+mn-cs"/>
                                  <a:sym typeface="Arial"/>
                                </a:rPr>
                                <m:t>=0.</m:t>
                              </m:r>
                              <m:r>
                                <a:rPr lang="en-IN" sz="1000" b="0" i="1" u="none" strike="noStrike" cap="none" smtClean="0">
                                  <a:solidFill>
                                    <a:schemeClr val="tx1"/>
                                  </a:solidFill>
                                  <a:effectLst/>
                                  <a:latin typeface="Cambria Math" panose="02040503050406030204" pitchFamily="18" charset="0"/>
                                  <a:ea typeface="+mn-ea"/>
                                  <a:cs typeface="+mn-cs"/>
                                  <a:sym typeface="Arial"/>
                                </a:rPr>
                                <m:t>2</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1 FNR) </a:t>
                          </a:r>
                        </a:p>
                        <a:p>
                          <a:pPr marL="171450" marR="0" lvl="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2</m:t>
                                  </m:r>
                                </m:sub>
                              </m:sSub>
                              <m:r>
                                <a:rPr lang="en-IN" sz="1000" b="0" i="1" u="none" strike="noStrike" cap="none">
                                  <a:solidFill>
                                    <a:schemeClr val="tx1"/>
                                  </a:solidFill>
                                  <a:effectLst/>
                                  <a:latin typeface="Cambria Math" panose="02040503050406030204" pitchFamily="18" charset="0"/>
                                  <a:ea typeface="+mn-ea"/>
                                  <a:cs typeface="+mn-cs"/>
                                  <a:sym typeface="Arial"/>
                                </a:rPr>
                                <m:t>=0.</m:t>
                              </m:r>
                              <m:r>
                                <a:rPr lang="en-IN" sz="1000" b="0" i="1" u="none" strike="noStrike" cap="none" smtClean="0">
                                  <a:solidFill>
                                    <a:schemeClr val="tx1"/>
                                  </a:solidFill>
                                  <a:effectLst/>
                                  <a:latin typeface="Cambria Math" panose="02040503050406030204" pitchFamily="18" charset="0"/>
                                  <a:ea typeface="+mn-ea"/>
                                  <a:cs typeface="+mn-cs"/>
                                  <a:sym typeface="Arial"/>
                                </a:rPr>
                                <m:t>25        </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2 FNR)</a:t>
                          </a:r>
                        </a:p>
                        <a:p>
                          <a:pPr marL="171450" marR="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1</m:t>
                                  </m:r>
                                </m:sub>
                              </m:sSub>
                              <m:r>
                                <a:rPr lang="en-IN" sz="1000" b="0" i="1" u="none" strike="noStrike" cap="none">
                                  <a:solidFill>
                                    <a:schemeClr val="tx1"/>
                                  </a:solidFill>
                                  <a:effectLst/>
                                  <a:latin typeface="Cambria Math" panose="02040503050406030204" pitchFamily="18" charset="0"/>
                                  <a:ea typeface="+mn-ea"/>
                                  <a:cs typeface="+mn-cs"/>
                                  <a:sym typeface="Arial"/>
                                </a:rPr>
                                <m:t>−</m:t>
                              </m:r>
                              <m:sSub>
                                <m:sSubPr>
                                  <m:ctrlPr>
                                    <a:rPr lang="en-IN" sz="1000" b="0" i="1" u="none" strike="noStrike" cap="none">
                                      <a:solidFill>
                                        <a:schemeClr val="tx1"/>
                                      </a:solidFill>
                                      <a:effectLst/>
                                      <a:latin typeface="Cambria Math" panose="02040503050406030204" pitchFamily="18" charset="0"/>
                                      <a:ea typeface="+mn-ea"/>
                                      <a:cs typeface="+mn-cs"/>
                                      <a:sym typeface="Arial"/>
                                    </a:rPr>
                                  </m:ctrlPr>
                                </m:sSubPr>
                                <m:e>
                                  <m:r>
                                    <a:rPr lang="en-IN" sz="1000" b="0" i="1" u="none" strike="noStrike" cap="none">
                                      <a:solidFill>
                                        <a:schemeClr val="tx1"/>
                                      </a:solidFill>
                                      <a:effectLst/>
                                      <a:latin typeface="Cambria Math" panose="02040503050406030204" pitchFamily="18" charset="0"/>
                                      <a:ea typeface="+mn-ea"/>
                                      <a:cs typeface="+mn-cs"/>
                                      <a:sym typeface="Arial"/>
                                    </a:rPr>
                                    <m:t>𝑝</m:t>
                                  </m:r>
                                </m:e>
                                <m:sub>
                                  <m:r>
                                    <a:rPr lang="en-IN" sz="1000" b="0" i="1" u="none" strike="noStrike" cap="none">
                                      <a:solidFill>
                                        <a:schemeClr val="tx1"/>
                                      </a:solidFill>
                                      <a:effectLst/>
                                      <a:latin typeface="Cambria Math" panose="02040503050406030204" pitchFamily="18" charset="0"/>
                                      <a:ea typeface="+mn-ea"/>
                                      <a:cs typeface="+mn-cs"/>
                                      <a:sym typeface="Arial"/>
                                    </a:rPr>
                                    <m:t>2</m:t>
                                  </m:r>
                                </m:sub>
                              </m:sSub>
                              <m:r>
                                <a:rPr lang="en-IN" sz="1000" b="0" i="1" u="none" strike="noStrike" cap="none">
                                  <a:solidFill>
                                    <a:schemeClr val="tx1"/>
                                  </a:solidFill>
                                  <a:effectLst/>
                                  <a:latin typeface="Cambria Math" panose="02040503050406030204" pitchFamily="18" charset="0"/>
                                  <a:ea typeface="+mn-ea"/>
                                  <a:cs typeface="+mn-cs"/>
                                  <a:sym typeface="Arial"/>
                                </a:rPr>
                                <m:t>=0.05</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(difference to detect)</a:t>
                          </a:r>
                          <a:endParaRPr lang="en-US" sz="900" b="0" i="1" u="none" strike="noStrike" cap="none" dirty="0">
                            <a:solidFill>
                              <a:srgbClr val="0000FF"/>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buNone/>
                          </a:pPr>
                          <a:endParaRPr lang="en-IN" sz="800" dirty="0"/>
                        </a:p>
                      </a:txBody>
                      <a:tcPr marL="53942" marR="53942" marT="26971" marB="2697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900" b="1" dirty="0"/>
                            <a:t>1,093 positive cases per group</a:t>
                          </a:r>
                          <a:endParaRPr lang="en-US"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076069"/>
                      </a:ext>
                    </a:extLst>
                  </a:tr>
                  <a:tr h="532325">
                    <a:tc>
                      <a:txBody>
                        <a:bodyPr/>
                        <a:lstStyle/>
                        <a:p>
                          <a:pPr>
                            <a:buNone/>
                          </a:pPr>
                          <a:r>
                            <a:rPr lang="en-IN" sz="800"/>
                            <a:t>RQ3</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Disparity metric before vs after rebalancing</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r>
                            <a:rPr lang="en-IN" sz="1000" b="0" i="0" u="none" strike="noStrike" cap="none" dirty="0">
                              <a:solidFill>
                                <a:schemeClr val="tx1"/>
                              </a:solidFill>
                              <a:effectLst/>
                              <a:latin typeface="+mn-lt"/>
                              <a:ea typeface="+mn-ea"/>
                              <a:cs typeface="+mn-cs"/>
                              <a:sym typeface="Arial"/>
                            </a:rPr>
                            <a:t>medium effect</a:t>
                          </a:r>
                          <a:r>
                            <a:rPr lang="en-IN" sz="1100" b="0" i="0" u="none" strike="noStrike" cap="none" dirty="0">
                              <a:solidFill>
                                <a:schemeClr val="tx1"/>
                              </a:solidFill>
                              <a:effectLst/>
                              <a:latin typeface="+mn-lt"/>
                              <a:ea typeface="+mn-ea"/>
                              <a:cs typeface="+mn-cs"/>
                              <a:sym typeface="Arial"/>
                            </a:rPr>
                            <a:t>, </a:t>
                          </a:r>
                          <a14:m>
                            <m:oMath xmlns:m="http://schemas.openxmlformats.org/officeDocument/2006/math">
                              <m:r>
                                <a:rPr lang="en-IN" sz="1100" b="0" i="0" u="none" strike="noStrike" cap="none" smtClean="0">
                                  <a:solidFill>
                                    <a:schemeClr val="tx1"/>
                                  </a:solidFill>
                                  <a:effectLst/>
                                  <a:latin typeface="Cambria Math" panose="02040503050406030204" pitchFamily="18" charset="0"/>
                                  <a:ea typeface="+mn-ea"/>
                                  <a:cs typeface="+mn-cs"/>
                                  <a:sym typeface="Arial"/>
                                </a:rPr>
                                <m:t>    </m:t>
                              </m:r>
                              <m:r>
                                <m:rPr>
                                  <m:sty m:val="p"/>
                                </m:rPr>
                                <a:rPr lang="en-IN" sz="1100" b="0" i="0" u="none" strike="noStrike" cap="none">
                                  <a:solidFill>
                                    <a:schemeClr val="tx1"/>
                                  </a:solidFill>
                                  <a:effectLst/>
                                  <a:latin typeface="Cambria Math" panose="02040503050406030204" pitchFamily="18" charset="0"/>
                                  <a:ea typeface="+mn-ea"/>
                                  <a:cs typeface="+mn-cs"/>
                                  <a:sym typeface="Arial"/>
                                </a:rPr>
                                <m:t>d</m:t>
                              </m:r>
                              <m:r>
                                <a:rPr lang="en-IN" sz="1100" b="0" i="0" u="none" strike="noStrike" cap="none">
                                  <a:solidFill>
                                    <a:schemeClr val="tx1"/>
                                  </a:solidFill>
                                  <a:effectLst/>
                                  <a:latin typeface="Cambria Math" panose="02040503050406030204" pitchFamily="18" charset="0"/>
                                  <a:ea typeface="+mn-ea"/>
                                  <a:cs typeface="+mn-cs"/>
                                  <a:sym typeface="Arial"/>
                                </a:rPr>
                                <m:t>=0.5</m:t>
                              </m:r>
                            </m:oMath>
                          </a14:m>
                          <a:endParaRPr lang="en-US" sz="1100" b="0" i="0" u="none" strike="noStrike" cap="none" dirty="0">
                            <a:solidFill>
                              <a:schemeClr val="tx1"/>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buNone/>
                          </a:pPr>
                          <a:r>
                            <a:rPr lang="en-IN" sz="900" b="1" dirty="0"/>
                            <a:t>34 paired runs</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115483"/>
                      </a:ext>
                    </a:extLst>
                  </a:tr>
                  <a:tr h="596685">
                    <a:tc>
                      <a:txBody>
                        <a:bodyPr/>
                        <a:lstStyle/>
                        <a:p>
                          <a:pPr>
                            <a:buNone/>
                          </a:pPr>
                          <a:r>
                            <a:rPr lang="en-IN" sz="800" dirty="0"/>
                            <a:t>RQ4</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10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1000" dirty="0"/>
                            <a:t>Disparity/performance before vs after mitigation</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r>
                            <a:rPr lang="en-IN" sz="1000" b="0" i="0" u="none" strike="noStrike" cap="none" dirty="0">
                              <a:solidFill>
                                <a:schemeClr val="tx1"/>
                              </a:solidFill>
                              <a:effectLst/>
                              <a:latin typeface="+mn-lt"/>
                              <a:ea typeface="+mn-ea"/>
                              <a:cs typeface="+mn-cs"/>
                              <a:sym typeface="Arial"/>
                            </a:rPr>
                            <a:t>medium effect, </a:t>
                          </a:r>
                          <a14:m>
                            <m:oMath xmlns:m="http://schemas.openxmlformats.org/officeDocument/2006/math">
                              <m:r>
                                <a:rPr lang="en-IN" sz="1100" b="0" i="0" u="none" strike="noStrike" cap="none" smtClean="0">
                                  <a:solidFill>
                                    <a:schemeClr val="tx1"/>
                                  </a:solidFill>
                                  <a:effectLst/>
                                  <a:latin typeface="Cambria Math" panose="02040503050406030204" pitchFamily="18" charset="0"/>
                                  <a:ea typeface="+mn-ea"/>
                                  <a:cs typeface="+mn-cs"/>
                                  <a:sym typeface="Arial"/>
                                </a:rPr>
                                <m:t>      </m:t>
                              </m:r>
                              <m:r>
                                <m:rPr>
                                  <m:sty m:val="p"/>
                                </m:rPr>
                                <a:rPr lang="en-IN" sz="1100" b="0" i="0" u="none" strike="noStrike" cap="none">
                                  <a:solidFill>
                                    <a:schemeClr val="tx1"/>
                                  </a:solidFill>
                                  <a:effectLst/>
                                  <a:latin typeface="Cambria Math" panose="02040503050406030204" pitchFamily="18" charset="0"/>
                                  <a:ea typeface="+mn-ea"/>
                                  <a:cs typeface="+mn-cs"/>
                                  <a:sym typeface="Arial"/>
                                </a:rPr>
                                <m:t>d</m:t>
                              </m:r>
                              <m:r>
                                <a:rPr lang="en-IN" sz="1100" b="0" i="0" u="none" strike="noStrike" cap="none">
                                  <a:solidFill>
                                    <a:schemeClr val="tx1"/>
                                  </a:solidFill>
                                  <a:effectLst/>
                                  <a:latin typeface="Cambria Math" panose="02040503050406030204" pitchFamily="18" charset="0"/>
                                  <a:ea typeface="+mn-ea"/>
                                  <a:cs typeface="+mn-cs"/>
                                  <a:sym typeface="Arial"/>
                                </a:rPr>
                                <m:t>=0.5</m:t>
                              </m:r>
                            </m:oMath>
                          </a14:m>
                          <a:endParaRPr lang="en-US" sz="1100" b="0" i="0" u="none" strike="noStrike" cap="none" dirty="0">
                            <a:solidFill>
                              <a:schemeClr val="tx1"/>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lang="en-IN"/>
                        </a:p>
                      </a:txBody>
                      <a:tcPr/>
                    </a:tc>
                    <a:tc>
                      <a:txBody>
                        <a:bodyPr/>
                        <a:lstStyle/>
                        <a:p>
                          <a:pPr algn="r">
                            <a:buNone/>
                          </a:pPr>
                          <a:r>
                            <a:rPr lang="en-IN" sz="900" b="1" dirty="0"/>
                            <a:t>34 paired runs</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4123000"/>
                      </a:ext>
                    </a:extLst>
                  </a:tr>
                </a:tbl>
              </a:graphicData>
            </a:graphic>
          </p:graphicFrame>
        </mc:Choice>
        <mc:Fallback xmlns="">
          <p:graphicFrame>
            <p:nvGraphicFramePr>
              <p:cNvPr id="4" name="Table 3">
                <a:extLst>
                  <a:ext uri="{FF2B5EF4-FFF2-40B4-BE49-F238E27FC236}">
                    <a16:creationId xmlns:a16="http://schemas.microsoft.com/office/drawing/2014/main" id="{C13F6584-F919-847B-699D-85616404DD2B}"/>
                  </a:ext>
                </a:extLst>
              </p:cNvPr>
              <p:cNvGraphicFramePr>
                <a:graphicFrameLocks noGrp="1"/>
              </p:cNvGraphicFramePr>
              <p:nvPr>
                <p:extLst>
                  <p:ext uri="{D42A27DB-BD31-4B8C-83A1-F6EECF244321}">
                    <p14:modId xmlns:p14="http://schemas.microsoft.com/office/powerpoint/2010/main" val="1327561269"/>
                  </p:ext>
                </p:extLst>
              </p:nvPr>
            </p:nvGraphicFramePr>
            <p:xfrm>
              <a:off x="451326" y="1089037"/>
              <a:ext cx="8444701" cy="3684055"/>
            </p:xfrm>
            <a:graphic>
              <a:graphicData uri="http://schemas.openxmlformats.org/drawingml/2006/table">
                <a:tbl>
                  <a:tblPr>
                    <a:tableStyleId>{2D5ABB26-0587-4C30-8999-92F81FD0307C}</a:tableStyleId>
                  </a:tblPr>
                  <a:tblGrid>
                    <a:gridCol w="579311">
                      <a:extLst>
                        <a:ext uri="{9D8B030D-6E8A-4147-A177-3AD203B41FA5}">
                          <a16:colId xmlns:a16="http://schemas.microsoft.com/office/drawing/2014/main" val="1964641796"/>
                        </a:ext>
                      </a:extLst>
                    </a:gridCol>
                    <a:gridCol w="1162373">
                      <a:extLst>
                        <a:ext uri="{9D8B030D-6E8A-4147-A177-3AD203B41FA5}">
                          <a16:colId xmlns:a16="http://schemas.microsoft.com/office/drawing/2014/main" val="770871216"/>
                        </a:ext>
                      </a:extLst>
                    </a:gridCol>
                    <a:gridCol w="1263112">
                      <a:extLst>
                        <a:ext uri="{9D8B030D-6E8A-4147-A177-3AD203B41FA5}">
                          <a16:colId xmlns:a16="http://schemas.microsoft.com/office/drawing/2014/main" val="4161145162"/>
                        </a:ext>
                      </a:extLst>
                    </a:gridCol>
                    <a:gridCol w="1433593">
                      <a:extLst>
                        <a:ext uri="{9D8B030D-6E8A-4147-A177-3AD203B41FA5}">
                          <a16:colId xmlns:a16="http://schemas.microsoft.com/office/drawing/2014/main" val="335348410"/>
                        </a:ext>
                      </a:extLst>
                    </a:gridCol>
                    <a:gridCol w="2882685">
                      <a:extLst>
                        <a:ext uri="{9D8B030D-6E8A-4147-A177-3AD203B41FA5}">
                          <a16:colId xmlns:a16="http://schemas.microsoft.com/office/drawing/2014/main" val="588442442"/>
                        </a:ext>
                      </a:extLst>
                    </a:gridCol>
                    <a:gridCol w="1123627">
                      <a:extLst>
                        <a:ext uri="{9D8B030D-6E8A-4147-A177-3AD203B41FA5}">
                          <a16:colId xmlns:a16="http://schemas.microsoft.com/office/drawing/2014/main" val="220065736"/>
                        </a:ext>
                      </a:extLst>
                    </a:gridCol>
                  </a:tblGrid>
                  <a:tr h="358742">
                    <a:tc>
                      <a:txBody>
                        <a:bodyPr/>
                        <a:lstStyle/>
                        <a:p>
                          <a:pPr algn="ctr">
                            <a:buNone/>
                          </a:pPr>
                          <a:r>
                            <a:rPr lang="en-IN" sz="1000" dirty="0">
                              <a:solidFill>
                                <a:schemeClr val="bg1"/>
                              </a:solidFill>
                            </a:rPr>
                            <a:t>RQ</a:t>
                          </a:r>
                        </a:p>
                      </a:txBody>
                      <a:tcPr marL="53942" marR="53942" marT="26971" marB="26971"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Method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outcome compared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parameters</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Formula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Minimum sample size</a:t>
                          </a:r>
                        </a:p>
                      </a:txBody>
                      <a:tcPr marL="53942" marR="53942" marT="26971" marB="26971"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3426902"/>
                      </a:ext>
                    </a:extLst>
                  </a:tr>
                  <a:tr h="1174188">
                    <a:tc>
                      <a:txBody>
                        <a:bodyPr/>
                        <a:lstStyle/>
                        <a:p>
                          <a:pPr>
                            <a:buNone/>
                          </a:pPr>
                          <a:r>
                            <a:rPr lang="en-IN" sz="800" dirty="0"/>
                            <a:t>RQ1</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IN" sz="1000" dirty="0"/>
                            <a:t>Correct classification proportion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32124" r="-280426" b="-183938"/>
                          </a:stretch>
                        </a:blipFill>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buNone/>
                          </a:pPr>
                          <a:r>
                            <a:rPr lang="en-IN" sz="900" b="1" dirty="0"/>
                            <a:t>1,093 per group</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14195"/>
                      </a:ext>
                    </a:extLst>
                  </a:tr>
                  <a:tr h="1022115">
                    <a:tc>
                      <a:txBody>
                        <a:bodyPr/>
                        <a:lstStyle/>
                        <a:p>
                          <a:pPr>
                            <a:buNone/>
                          </a:pPr>
                          <a:r>
                            <a:rPr lang="en-IN" sz="800"/>
                            <a:t>RQ2</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False negative rate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151786" r="-280426" b="-111310"/>
                          </a:stretch>
                        </a:blipFill>
                      </a:tcPr>
                    </a:tc>
                    <a:tc vMerge="1">
                      <a:txBody>
                        <a:bodyPr/>
                        <a:lstStyle/>
                        <a:p>
                          <a:pPr>
                            <a:buNone/>
                          </a:pPr>
                          <a:endParaRPr lang="en-IN" sz="800" dirty="0"/>
                        </a:p>
                      </a:txBody>
                      <a:tcPr marL="53942" marR="53942" marT="26971" marB="2697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900" b="1" dirty="0"/>
                            <a:t>1,093 positive cases per group</a:t>
                          </a:r>
                          <a:endParaRPr lang="en-US"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076069"/>
                      </a:ext>
                    </a:extLst>
                  </a:tr>
                  <a:tr h="532325">
                    <a:tc>
                      <a:txBody>
                        <a:bodyPr/>
                        <a:lstStyle/>
                        <a:p>
                          <a:pPr>
                            <a:buNone/>
                          </a:pPr>
                          <a:r>
                            <a:rPr lang="en-IN" sz="800"/>
                            <a:t>RQ3</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1000" dirty="0"/>
                            <a:t>Disparity metric before vs after rebalancing</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486207" r="-280426" b="-114943"/>
                          </a:stretch>
                        </a:blipFill>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buNone/>
                          </a:pPr>
                          <a:r>
                            <a:rPr lang="en-IN" sz="900" b="1" dirty="0"/>
                            <a:t>34 paired runs</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115483"/>
                      </a:ext>
                    </a:extLst>
                  </a:tr>
                  <a:tr h="596685">
                    <a:tc>
                      <a:txBody>
                        <a:bodyPr/>
                        <a:lstStyle/>
                        <a:p>
                          <a:pPr>
                            <a:buNone/>
                          </a:pPr>
                          <a:r>
                            <a:rPr lang="en-IN" sz="800" dirty="0"/>
                            <a:t>RQ4</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10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1000" dirty="0"/>
                            <a:t>Disparity/performance before vs after mitigation</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210213" t="-520408" r="-280426" b="-2041"/>
                          </a:stretch>
                        </a:blipFill>
                      </a:tcPr>
                    </a:tc>
                    <a:tc vMerge="1">
                      <a:txBody>
                        <a:bodyPr/>
                        <a:lstStyle/>
                        <a:p>
                          <a:endParaRPr lang="en-IN"/>
                        </a:p>
                      </a:txBody>
                      <a:tcPr/>
                    </a:tc>
                    <a:tc>
                      <a:txBody>
                        <a:bodyPr/>
                        <a:lstStyle/>
                        <a:p>
                          <a:pPr algn="r">
                            <a:buNone/>
                          </a:pPr>
                          <a:r>
                            <a:rPr lang="en-IN" sz="900" b="1" dirty="0"/>
                            <a:t>34 paired runs</a:t>
                          </a:r>
                          <a:endParaRPr lang="en-IN" sz="9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4123000"/>
                      </a:ext>
                    </a:extLst>
                  </a:tr>
                </a:tbl>
              </a:graphicData>
            </a:graphic>
          </p:graphicFrame>
        </mc:Fallback>
      </mc:AlternateContent>
      <p:pic>
        <p:nvPicPr>
          <p:cNvPr id="6" name="Picture 5">
            <a:extLst>
              <a:ext uri="{FF2B5EF4-FFF2-40B4-BE49-F238E27FC236}">
                <a16:creationId xmlns:a16="http://schemas.microsoft.com/office/drawing/2014/main" id="{6EA316B5-77D8-0F27-5129-4819F7B41ED4}"/>
              </a:ext>
            </a:extLst>
          </p:cNvPr>
          <p:cNvPicPr>
            <a:picLocks noChangeAspect="1"/>
          </p:cNvPicPr>
          <p:nvPr/>
        </p:nvPicPr>
        <p:blipFill>
          <a:blip r:embed="rId4"/>
          <a:stretch>
            <a:fillRect/>
          </a:stretch>
        </p:blipFill>
        <p:spPr>
          <a:xfrm>
            <a:off x="4738675" y="2247254"/>
            <a:ext cx="3150788" cy="704204"/>
          </a:xfrm>
          <a:prstGeom prst="rect">
            <a:avLst/>
          </a:prstGeom>
        </p:spPr>
      </p:pic>
      <p:pic>
        <p:nvPicPr>
          <p:cNvPr id="7" name="Picture 6">
            <a:extLst>
              <a:ext uri="{FF2B5EF4-FFF2-40B4-BE49-F238E27FC236}">
                <a16:creationId xmlns:a16="http://schemas.microsoft.com/office/drawing/2014/main" id="{CDDF154A-B929-37F3-0EE7-EE19E911114A}"/>
              </a:ext>
            </a:extLst>
          </p:cNvPr>
          <p:cNvPicPr>
            <a:picLocks noChangeAspect="1"/>
          </p:cNvPicPr>
          <p:nvPr/>
        </p:nvPicPr>
        <p:blipFill>
          <a:blip r:embed="rId5"/>
          <a:stretch>
            <a:fillRect/>
          </a:stretch>
        </p:blipFill>
        <p:spPr>
          <a:xfrm>
            <a:off x="5614383" y="3950792"/>
            <a:ext cx="1669700" cy="598459"/>
          </a:xfrm>
          <a:prstGeom prst="rect">
            <a:avLst/>
          </a:prstGeom>
        </p:spPr>
      </p:pic>
      <p:pic>
        <p:nvPicPr>
          <p:cNvPr id="10" name="Picture 9">
            <a:extLst>
              <a:ext uri="{FF2B5EF4-FFF2-40B4-BE49-F238E27FC236}">
                <a16:creationId xmlns:a16="http://schemas.microsoft.com/office/drawing/2014/main" id="{1F31CFD9-5CDE-AFC7-D2A3-A80A06B78C6D}"/>
              </a:ext>
            </a:extLst>
          </p:cNvPr>
          <p:cNvPicPr>
            <a:picLocks noChangeAspect="1"/>
          </p:cNvPicPr>
          <p:nvPr/>
        </p:nvPicPr>
        <p:blipFill>
          <a:blip r:embed="rId6"/>
          <a:stretch>
            <a:fillRect/>
          </a:stretch>
        </p:blipFill>
        <p:spPr>
          <a:xfrm>
            <a:off x="6247454" y="60399"/>
            <a:ext cx="1199362" cy="955048"/>
          </a:xfrm>
          <a:prstGeom prst="rect">
            <a:avLst/>
          </a:prstGeom>
        </p:spPr>
      </p:pic>
    </p:spTree>
    <p:extLst>
      <p:ext uri="{BB962C8B-B14F-4D97-AF65-F5344CB8AC3E}">
        <p14:creationId xmlns:p14="http://schemas.microsoft.com/office/powerpoint/2010/main" val="3358355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6CAA3FA-222D-3A37-3084-644B1871CD0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CA7F8FD-884C-9B28-4A37-7EFB33A4AEF3}"/>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Applications</a:t>
            </a:r>
          </a:p>
        </p:txBody>
      </p:sp>
      <p:sp>
        <p:nvSpPr>
          <p:cNvPr id="4" name="TextBox 3">
            <a:extLst>
              <a:ext uri="{FF2B5EF4-FFF2-40B4-BE49-F238E27FC236}">
                <a16:creationId xmlns:a16="http://schemas.microsoft.com/office/drawing/2014/main" id="{C3E7CDF0-2122-1254-36E6-7381E01535B3}"/>
              </a:ext>
            </a:extLst>
          </p:cNvPr>
          <p:cNvSpPr txBox="1"/>
          <p:nvPr/>
        </p:nvSpPr>
        <p:spPr>
          <a:xfrm>
            <a:off x="317180" y="1046862"/>
            <a:ext cx="8509639" cy="2644250"/>
          </a:xfrm>
          <a:prstGeom prst="rect">
            <a:avLst/>
          </a:prstGeom>
          <a:noFill/>
        </p:spPr>
        <p:txBody>
          <a:bodyPr wrap="square">
            <a:spAutoFit/>
          </a:bodyPr>
          <a:lstStyle/>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Readmission Risk Prediction Systems : </a:t>
            </a:r>
            <a:r>
              <a:rPr lang="en-IN" dirty="0">
                <a:effectLst/>
                <a:latin typeface="Calibri" panose="020F0502020204030204" pitchFamily="34" charset="0"/>
                <a:ea typeface="Calibri" panose="020F0502020204030204" pitchFamily="34" charset="0"/>
                <a:cs typeface="Calibri" panose="020F0502020204030204" pitchFamily="34" charset="0"/>
              </a:rPr>
              <a:t>Hospitals use models to identify high-risk patients and allocate follow-up care. This study helps ensure: these systems are fair across groups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Fairness Audits of AI Systems : </a:t>
            </a:r>
            <a:r>
              <a:rPr lang="en-IN" dirty="0">
                <a:effectLst/>
                <a:latin typeface="Calibri" panose="020F0502020204030204" pitchFamily="34" charset="0"/>
                <a:ea typeface="Calibri" panose="020F0502020204030204" pitchFamily="34" charset="0"/>
                <a:cs typeface="Calibri" panose="020F0502020204030204" pitchFamily="34" charset="0"/>
              </a:rPr>
              <a:t>Hospitals can audit models before deployment and detect bias This framework becomes: a bias evaluation template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Resource Allocation Decisions : </a:t>
            </a:r>
            <a:r>
              <a:rPr lang="en-IN" dirty="0">
                <a:effectLst/>
                <a:latin typeface="Calibri" panose="020F0502020204030204" pitchFamily="34" charset="0"/>
                <a:ea typeface="Calibri" panose="020F0502020204030204" pitchFamily="34" charset="0"/>
                <a:cs typeface="Calibri" panose="020F0502020204030204" pitchFamily="34" charset="0"/>
              </a:rPr>
              <a:t>Care managers decide: who gets intervention and who gets follow-up. Bias could lead to: unequal allocation. This study helps: make allocation equitable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Regulatory &amp; Compliance Readiness : </a:t>
            </a:r>
            <a:r>
              <a:rPr lang="en-IN" dirty="0">
                <a:effectLst/>
                <a:latin typeface="Calibri" panose="020F0502020204030204" pitchFamily="34" charset="0"/>
                <a:ea typeface="Calibri" panose="020F0502020204030204" pitchFamily="34" charset="0"/>
                <a:cs typeface="Calibri" panose="020F0502020204030204" pitchFamily="34" charset="0"/>
              </a:rPr>
              <a:t>Healthcare increasingly requires: explainability and fairness. This  study supports: compliance with ethical AI guidelines</a:t>
            </a:r>
          </a:p>
        </p:txBody>
      </p:sp>
    </p:spTree>
    <p:extLst>
      <p:ext uri="{BB962C8B-B14F-4D97-AF65-F5344CB8AC3E}">
        <p14:creationId xmlns:p14="http://schemas.microsoft.com/office/powerpoint/2010/main" val="3834612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4D9B1AFA-DA7E-7B4A-31FF-1B5FBEA8F1E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2EEAD44-30ED-055A-4E69-7E51A38C2DB9}"/>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Recommendations</a:t>
            </a:r>
          </a:p>
        </p:txBody>
      </p:sp>
      <p:graphicFrame>
        <p:nvGraphicFramePr>
          <p:cNvPr id="2" name="Table 1">
            <a:extLst>
              <a:ext uri="{FF2B5EF4-FFF2-40B4-BE49-F238E27FC236}">
                <a16:creationId xmlns:a16="http://schemas.microsoft.com/office/drawing/2014/main" id="{5C3D2768-E5DB-8FB2-9210-F7C22DF63859}"/>
              </a:ext>
            </a:extLst>
          </p:cNvPr>
          <p:cNvGraphicFramePr>
            <a:graphicFrameLocks noGrp="1"/>
          </p:cNvGraphicFramePr>
          <p:nvPr>
            <p:extLst>
              <p:ext uri="{D42A27DB-BD31-4B8C-83A1-F6EECF244321}">
                <p14:modId xmlns:p14="http://schemas.microsoft.com/office/powerpoint/2010/main" val="88321147"/>
              </p:ext>
            </p:extLst>
          </p:nvPr>
        </p:nvGraphicFramePr>
        <p:xfrm>
          <a:off x="317180" y="861068"/>
          <a:ext cx="8509639" cy="3994064"/>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1869763">
                  <a:extLst>
                    <a:ext uri="{9D8B030D-6E8A-4147-A177-3AD203B41FA5}">
                      <a16:colId xmlns:a16="http://schemas.microsoft.com/office/drawing/2014/main" val="2169674154"/>
                    </a:ext>
                  </a:extLst>
                </a:gridCol>
                <a:gridCol w="5807172">
                  <a:extLst>
                    <a:ext uri="{9D8B030D-6E8A-4147-A177-3AD203B41FA5}">
                      <a16:colId xmlns:a16="http://schemas.microsoft.com/office/drawing/2014/main" val="2808038229"/>
                    </a:ext>
                  </a:extLst>
                </a:gridCol>
              </a:tblGrid>
              <a:tr h="360819">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Result</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Recommendation</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extLst>
                  <a:ext uri="{0D108BD9-81ED-4DB2-BD59-A6C34878D82A}">
                    <a16:rowId xmlns:a16="http://schemas.microsoft.com/office/drawing/2014/main" val="2430365068"/>
                  </a:ext>
                </a:extLst>
              </a:tr>
              <a:tr h="203472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1: Implement bias monitoring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organizations should routinely evaluate predictive models for disparities across demographic groups before and after deployment.</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2: Use fairness-aware modelling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pPr lvl="0"/>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Apply: class balancing and reweighting </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3: Include fairness metrics in evaluation</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Model evaluation should extend beyond accuracy to include fairness metrics such as false negative rate across demographic groups.</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4: Human-in-the-loop decision making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AI predictions should be supplemented with clinical judgment, particularly for high-risk decisions.</a:t>
                      </a: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455081">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not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tc>
                <a:tc>
                  <a:txBody>
                    <a:bodyPr/>
                    <a:lstStyle/>
                    <a:p>
                      <a:pPr marL="0" algn="l" fontAlgn="t">
                        <a:lnSpc>
                          <a:spcPct val="100000"/>
                        </a:lnSpc>
                        <a:buNone/>
                      </a:pPr>
                      <a:r>
                        <a:rPr lang="en-US"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This is still valuable. Organizations should continue monitoring fairness to ensure sustained equitable performance over time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697890">
                <a:tc>
                  <a:txBody>
                    <a:bodyPr/>
                    <a:lstStyle/>
                    <a:p>
                      <a:pPr marL="0" algn="ctr"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p>
                  </a:txBody>
                  <a:tcPr marL="36000" marR="36000" marT="36000" marB="36000" anchor="ctr">
                    <a:solidFill>
                      <a:schemeClr val="bg1">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Mitigation works</a:t>
                      </a:r>
                    </a:p>
                  </a:txBody>
                  <a:tcPr marL="36000" marR="36000" marT="36000" marB="36000" anchor="ctr">
                    <a:solidFill>
                      <a:schemeClr val="bg1">
                        <a:alpha val="20000"/>
                      </a:schemeClr>
                    </a:solidFill>
                  </a:tcP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Bias mitigation techniques should be incorporated into model development pipelines to improve equity without compromising predictive performance.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261234682"/>
                  </a:ext>
                </a:extLst>
              </a:tr>
              <a:tr h="445545">
                <a:tc>
                  <a:txBody>
                    <a:bodyPr/>
                    <a:lstStyle/>
                    <a:p>
                      <a:pPr marL="0" algn="ctr"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p>
                  </a:txBody>
                  <a:tcPr marL="36000" marR="36000" marT="36000" marB="36000" anchor="ctr"/>
                </a:tc>
                <a:tc>
                  <a:txBody>
                    <a:bodyPr/>
                    <a:lstStyle/>
                    <a:p>
                      <a:pPr marR="0" algn="l" rtl="0">
                        <a:lnSpc>
                          <a:spcPct val="100000"/>
                        </a:lnSpc>
                        <a:spcBef>
                          <a:spcPts val="0"/>
                        </a:spcBef>
                        <a:spcAft>
                          <a:spcPts val="0"/>
                        </a:spcAft>
                        <a:buClr>
                          <a:srgbClr val="000000"/>
                        </a:buClr>
                        <a:buFont typeface="Arial"/>
                      </a:pPr>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Trade-off Exists (Fairness vs Performance)</a:t>
                      </a:r>
                    </a:p>
                  </a:txBody>
                  <a:tcPr marL="36000" marR="36000" marT="36000" marB="36000" anchor="ct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Organizations should explicitly define acceptable trade-offs between fairness and predictive accuracy based on clinical priorities and ethical considerations.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3859481386"/>
                  </a:ext>
                </a:extLst>
              </a:tr>
            </a:tbl>
          </a:graphicData>
        </a:graphic>
      </p:graphicFrame>
    </p:spTree>
    <p:extLst>
      <p:ext uri="{BB962C8B-B14F-4D97-AF65-F5344CB8AC3E}">
        <p14:creationId xmlns:p14="http://schemas.microsoft.com/office/powerpoint/2010/main" val="2763824697"/>
      </p:ext>
    </p:extLst>
  </p:cSld>
  <p:clrMapOvr>
    <a:overrideClrMapping bg1="lt1" tx1="dk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91C90F07-A600-33A0-1CB6-71A9DF9173CC}"/>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8F605C6-2771-ECFB-6E13-ED2B0D4FF7B4}"/>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Literature study</a:t>
            </a:r>
          </a:p>
        </p:txBody>
      </p:sp>
      <p:graphicFrame>
        <p:nvGraphicFramePr>
          <p:cNvPr id="3" name="Table 2">
            <a:extLst>
              <a:ext uri="{FF2B5EF4-FFF2-40B4-BE49-F238E27FC236}">
                <a16:creationId xmlns:a16="http://schemas.microsoft.com/office/drawing/2014/main" id="{CBDA7E4D-CA64-7FAB-025B-D88F89555301}"/>
              </a:ext>
            </a:extLst>
          </p:cNvPr>
          <p:cNvGraphicFramePr>
            <a:graphicFrameLocks noGrp="1"/>
          </p:cNvGraphicFramePr>
          <p:nvPr>
            <p:extLst>
              <p:ext uri="{D42A27DB-BD31-4B8C-83A1-F6EECF244321}">
                <p14:modId xmlns:p14="http://schemas.microsoft.com/office/powerpoint/2010/main" val="572053995"/>
              </p:ext>
            </p:extLst>
          </p:nvPr>
        </p:nvGraphicFramePr>
        <p:xfrm>
          <a:off x="456090" y="970032"/>
          <a:ext cx="3201512" cy="3885101"/>
        </p:xfrm>
        <a:graphic>
          <a:graphicData uri="http://schemas.openxmlformats.org/drawingml/2006/table">
            <a:tbl>
              <a:tblPr>
                <a:tableStyleId>{616DA210-FB5B-4158-B5E0-FEB733F419BA}</a:tableStyleId>
              </a:tblPr>
              <a:tblGrid>
                <a:gridCol w="800378">
                  <a:extLst>
                    <a:ext uri="{9D8B030D-6E8A-4147-A177-3AD203B41FA5}">
                      <a16:colId xmlns:a16="http://schemas.microsoft.com/office/drawing/2014/main" val="3745723928"/>
                    </a:ext>
                  </a:extLst>
                </a:gridCol>
                <a:gridCol w="800378">
                  <a:extLst>
                    <a:ext uri="{9D8B030D-6E8A-4147-A177-3AD203B41FA5}">
                      <a16:colId xmlns:a16="http://schemas.microsoft.com/office/drawing/2014/main" val="1116791151"/>
                    </a:ext>
                  </a:extLst>
                </a:gridCol>
                <a:gridCol w="800378">
                  <a:extLst>
                    <a:ext uri="{9D8B030D-6E8A-4147-A177-3AD203B41FA5}">
                      <a16:colId xmlns:a16="http://schemas.microsoft.com/office/drawing/2014/main" val="2510128632"/>
                    </a:ext>
                  </a:extLst>
                </a:gridCol>
                <a:gridCol w="800378">
                  <a:extLst>
                    <a:ext uri="{9D8B030D-6E8A-4147-A177-3AD203B41FA5}">
                      <a16:colId xmlns:a16="http://schemas.microsoft.com/office/drawing/2014/main" val="503142895"/>
                    </a:ext>
                  </a:extLst>
                </a:gridCol>
              </a:tblGrid>
              <a:tr h="129751">
                <a:tc>
                  <a:txBody>
                    <a:bodyPr/>
                    <a:lstStyle/>
                    <a:p>
                      <a:pPr>
                        <a:buNone/>
                      </a:pPr>
                      <a:r>
                        <a:rPr lang="en-IN" sz="400"/>
                        <a:t>Reference</a:t>
                      </a:r>
                    </a:p>
                  </a:txBody>
                  <a:tcPr marL="27850" marR="27850" marT="13925" marB="13925" anchor="ctr"/>
                </a:tc>
                <a:tc>
                  <a:txBody>
                    <a:bodyPr/>
                    <a:lstStyle/>
                    <a:p>
                      <a:pPr>
                        <a:buNone/>
                      </a:pPr>
                      <a:r>
                        <a:rPr lang="en-IN" sz="400"/>
                        <a:t>Key Contribution</a:t>
                      </a:r>
                    </a:p>
                  </a:txBody>
                  <a:tcPr marL="27850" marR="27850" marT="13925" marB="13925" anchor="ctr"/>
                </a:tc>
                <a:tc>
                  <a:txBody>
                    <a:bodyPr/>
                    <a:lstStyle/>
                    <a:p>
                      <a:pPr>
                        <a:buNone/>
                      </a:pPr>
                      <a:r>
                        <a:rPr lang="en-IN" sz="400"/>
                        <a:t>Relevance to Study</a:t>
                      </a:r>
                    </a:p>
                  </a:txBody>
                  <a:tcPr marL="27850" marR="27850" marT="13925" marB="13925" anchor="ctr"/>
                </a:tc>
                <a:tc>
                  <a:txBody>
                    <a:bodyPr/>
                    <a:lstStyle/>
                    <a:p>
                      <a:pPr>
                        <a:buNone/>
                      </a:pPr>
                      <a:r>
                        <a:rPr lang="en-IN" sz="400"/>
                        <a:t>Linked Sections / RQs</a:t>
                      </a:r>
                    </a:p>
                  </a:txBody>
                  <a:tcPr marL="27850" marR="27850" marT="13925" marB="13925" anchor="ctr"/>
                </a:tc>
                <a:extLst>
                  <a:ext uri="{0D108BD9-81ED-4DB2-BD59-A6C34878D82A}">
                    <a16:rowId xmlns:a16="http://schemas.microsoft.com/office/drawing/2014/main" val="3023404703"/>
                  </a:ext>
                </a:extLst>
              </a:tr>
              <a:tr h="325184">
                <a:tc>
                  <a:txBody>
                    <a:bodyPr/>
                    <a:lstStyle/>
                    <a:p>
                      <a:pPr>
                        <a:buNone/>
                      </a:pPr>
                      <a:r>
                        <a:rPr lang="en-IN" sz="400" b="1"/>
                        <a:t>Jiang et al. (2017)</a:t>
                      </a:r>
                      <a:endParaRPr lang="en-IN" sz="400"/>
                    </a:p>
                  </a:txBody>
                  <a:tcPr marL="27850" marR="27850" marT="13925" marB="13925" anchor="ctr"/>
                </a:tc>
                <a:tc>
                  <a:txBody>
                    <a:bodyPr/>
                    <a:lstStyle/>
                    <a:p>
                      <a:pPr>
                        <a:buNone/>
                      </a:pPr>
                      <a:r>
                        <a:rPr lang="en-US" sz="400"/>
                        <a:t>Overview of AI applications in healthcare</a:t>
                      </a:r>
                    </a:p>
                  </a:txBody>
                  <a:tcPr marL="27850" marR="27850" marT="13925" marB="13925" anchor="ctr"/>
                </a:tc>
                <a:tc>
                  <a:txBody>
                    <a:bodyPr/>
                    <a:lstStyle/>
                    <a:p>
                      <a:pPr>
                        <a:buNone/>
                      </a:pPr>
                      <a:r>
                        <a:rPr lang="en-US" sz="400"/>
                        <a:t>Establishes role of AI and predictive analytics in healthcare decision-making</a:t>
                      </a:r>
                    </a:p>
                  </a:txBody>
                  <a:tcPr marL="27850" marR="27850" marT="13925" marB="13925" anchor="ctr"/>
                </a:tc>
                <a:tc>
                  <a:txBody>
                    <a:bodyPr/>
                    <a:lstStyle/>
                    <a:p>
                      <a:pPr>
                        <a:buNone/>
                      </a:pPr>
                      <a:r>
                        <a:rPr lang="en-IN" sz="400"/>
                        <a:t>Introduction</a:t>
                      </a:r>
                    </a:p>
                  </a:txBody>
                  <a:tcPr marL="27850" marR="27850" marT="13925" marB="13925" anchor="ctr"/>
                </a:tc>
                <a:extLst>
                  <a:ext uri="{0D108BD9-81ED-4DB2-BD59-A6C34878D82A}">
                    <a16:rowId xmlns:a16="http://schemas.microsoft.com/office/drawing/2014/main" val="440590869"/>
                  </a:ext>
                </a:extLst>
              </a:tr>
              <a:tr h="325184">
                <a:tc>
                  <a:txBody>
                    <a:bodyPr/>
                    <a:lstStyle/>
                    <a:p>
                      <a:pPr>
                        <a:buNone/>
                      </a:pPr>
                      <a:r>
                        <a:rPr lang="en-IN" sz="400" b="1"/>
                        <a:t>Rajkomar et al. (2019)</a:t>
                      </a:r>
                      <a:endParaRPr lang="en-IN" sz="400"/>
                    </a:p>
                  </a:txBody>
                  <a:tcPr marL="27850" marR="27850" marT="13925" marB="13925" anchor="ctr"/>
                </a:tc>
                <a:tc>
                  <a:txBody>
                    <a:bodyPr/>
                    <a:lstStyle/>
                    <a:p>
                      <a:pPr>
                        <a:buNone/>
                      </a:pPr>
                      <a:r>
                        <a:rPr lang="en-US" sz="400"/>
                        <a:t>Machine learning in clinical decision support</a:t>
                      </a:r>
                    </a:p>
                  </a:txBody>
                  <a:tcPr marL="27850" marR="27850" marT="13925" marB="13925" anchor="ctr"/>
                </a:tc>
                <a:tc>
                  <a:txBody>
                    <a:bodyPr/>
                    <a:lstStyle/>
                    <a:p>
                      <a:pPr>
                        <a:buNone/>
                      </a:pPr>
                      <a:r>
                        <a:rPr lang="en-US" sz="400"/>
                        <a:t>Justifies use of predictive models for patient risk and readmission prediction</a:t>
                      </a:r>
                    </a:p>
                  </a:txBody>
                  <a:tcPr marL="27850" marR="27850" marT="13925" marB="13925" anchor="ctr"/>
                </a:tc>
                <a:tc>
                  <a:txBody>
                    <a:bodyPr/>
                    <a:lstStyle/>
                    <a:p>
                      <a:pPr>
                        <a:buNone/>
                      </a:pPr>
                      <a:r>
                        <a:rPr lang="en-IN" sz="400"/>
                        <a:t>Introduction, Background, RQ1</a:t>
                      </a:r>
                    </a:p>
                  </a:txBody>
                  <a:tcPr marL="27850" marR="27850" marT="13925" marB="13925" anchor="ctr"/>
                </a:tc>
                <a:extLst>
                  <a:ext uri="{0D108BD9-81ED-4DB2-BD59-A6C34878D82A}">
                    <a16:rowId xmlns:a16="http://schemas.microsoft.com/office/drawing/2014/main" val="2328923357"/>
                  </a:ext>
                </a:extLst>
              </a:tr>
              <a:tr h="398613">
                <a:tc>
                  <a:txBody>
                    <a:bodyPr/>
                    <a:lstStyle/>
                    <a:p>
                      <a:pPr>
                        <a:buNone/>
                      </a:pPr>
                      <a:r>
                        <a:rPr lang="en-IN" sz="400" b="1"/>
                        <a:t>Kansagara et al. (2011)</a:t>
                      </a:r>
                      <a:endParaRPr lang="en-IN" sz="400"/>
                    </a:p>
                  </a:txBody>
                  <a:tcPr marL="27850" marR="27850" marT="13925" marB="13925" anchor="ctr"/>
                </a:tc>
                <a:tc>
                  <a:txBody>
                    <a:bodyPr/>
                    <a:lstStyle/>
                    <a:p>
                      <a:pPr>
                        <a:buNone/>
                      </a:pPr>
                      <a:r>
                        <a:rPr lang="en-US" sz="400"/>
                        <a:t>Review of readmission prediction models and their limitations</a:t>
                      </a:r>
                    </a:p>
                  </a:txBody>
                  <a:tcPr marL="27850" marR="27850" marT="13925" marB="13925" anchor="ctr"/>
                </a:tc>
                <a:tc>
                  <a:txBody>
                    <a:bodyPr/>
                    <a:lstStyle/>
                    <a:p>
                      <a:pPr>
                        <a:buNone/>
                      </a:pPr>
                      <a:r>
                        <a:rPr lang="en-US" sz="400"/>
                        <a:t>Highlights limitations of existing models and need for deeper evaluation beyond accuracy</a:t>
                      </a:r>
                    </a:p>
                  </a:txBody>
                  <a:tcPr marL="27850" marR="27850" marT="13925" marB="13925" anchor="ctr"/>
                </a:tc>
                <a:tc>
                  <a:txBody>
                    <a:bodyPr/>
                    <a:lstStyle/>
                    <a:p>
                      <a:pPr>
                        <a:buNone/>
                      </a:pPr>
                      <a:r>
                        <a:rPr lang="en-IN" sz="400"/>
                        <a:t>Problem Statement, RQ1</a:t>
                      </a:r>
                    </a:p>
                  </a:txBody>
                  <a:tcPr marL="27850" marR="27850" marT="13925" marB="13925" anchor="ctr"/>
                </a:tc>
                <a:extLst>
                  <a:ext uri="{0D108BD9-81ED-4DB2-BD59-A6C34878D82A}">
                    <a16:rowId xmlns:a16="http://schemas.microsoft.com/office/drawing/2014/main" val="3252548054"/>
                  </a:ext>
                </a:extLst>
              </a:tr>
              <a:tr h="325184">
                <a:tc>
                  <a:txBody>
                    <a:bodyPr/>
                    <a:lstStyle/>
                    <a:p>
                      <a:pPr>
                        <a:buNone/>
                      </a:pPr>
                      <a:r>
                        <a:rPr lang="en-IN" sz="400" b="1"/>
                        <a:t>Strack et al. (2014)</a:t>
                      </a:r>
                      <a:endParaRPr lang="en-IN" sz="400"/>
                    </a:p>
                  </a:txBody>
                  <a:tcPr marL="27850" marR="27850" marT="13925" marB="13925" anchor="ctr"/>
                </a:tc>
                <a:tc>
                  <a:txBody>
                    <a:bodyPr/>
                    <a:lstStyle/>
                    <a:p>
                      <a:pPr>
                        <a:buNone/>
                      </a:pPr>
                      <a:r>
                        <a:rPr lang="en-US" sz="400"/>
                        <a:t>Diabetes dataset and predictors of readmission</a:t>
                      </a:r>
                    </a:p>
                  </a:txBody>
                  <a:tcPr marL="27850" marR="27850" marT="13925" marB="13925" anchor="ctr"/>
                </a:tc>
                <a:tc>
                  <a:txBody>
                    <a:bodyPr/>
                    <a:lstStyle/>
                    <a:p>
                      <a:pPr>
                        <a:buNone/>
                      </a:pPr>
                      <a:r>
                        <a:rPr lang="en-US" sz="400"/>
                        <a:t>Provides the real-world dataset used in this study and supports empirical analysis</a:t>
                      </a:r>
                    </a:p>
                  </a:txBody>
                  <a:tcPr marL="27850" marR="27850" marT="13925" marB="13925" anchor="ctr"/>
                </a:tc>
                <a:tc>
                  <a:txBody>
                    <a:bodyPr/>
                    <a:lstStyle/>
                    <a:p>
                      <a:pPr>
                        <a:buNone/>
                      </a:pPr>
                      <a:r>
                        <a:rPr lang="en-IN" sz="400"/>
                        <a:t>Data Description, All RQs</a:t>
                      </a:r>
                    </a:p>
                  </a:txBody>
                  <a:tcPr marL="27850" marR="27850" marT="13925" marB="13925" anchor="ctr"/>
                </a:tc>
                <a:extLst>
                  <a:ext uri="{0D108BD9-81ED-4DB2-BD59-A6C34878D82A}">
                    <a16:rowId xmlns:a16="http://schemas.microsoft.com/office/drawing/2014/main" val="3706361733"/>
                  </a:ext>
                </a:extLst>
              </a:tr>
              <a:tr h="325184">
                <a:tc>
                  <a:txBody>
                    <a:bodyPr/>
                    <a:lstStyle/>
                    <a:p>
                      <a:pPr>
                        <a:buNone/>
                      </a:pPr>
                      <a:r>
                        <a:rPr lang="en-IN" sz="400" b="1"/>
                        <a:t>CMS (2020)</a:t>
                      </a:r>
                      <a:endParaRPr lang="en-IN" sz="400"/>
                    </a:p>
                  </a:txBody>
                  <a:tcPr marL="27850" marR="27850" marT="13925" marB="13925" anchor="ctr"/>
                </a:tc>
                <a:tc>
                  <a:txBody>
                    <a:bodyPr/>
                    <a:lstStyle/>
                    <a:p>
                      <a:pPr>
                        <a:buNone/>
                      </a:pPr>
                      <a:r>
                        <a:rPr lang="en-US" sz="400"/>
                        <a:t>Hospital Readmissions Reduction Program (HRRP)</a:t>
                      </a:r>
                    </a:p>
                  </a:txBody>
                  <a:tcPr marL="27850" marR="27850" marT="13925" marB="13925" anchor="ctr"/>
                </a:tc>
                <a:tc>
                  <a:txBody>
                    <a:bodyPr/>
                    <a:lstStyle/>
                    <a:p>
                      <a:pPr>
                        <a:buNone/>
                      </a:pPr>
                      <a:r>
                        <a:rPr lang="en-US" sz="400"/>
                        <a:t>Establishes business and financial importance of readmission prediction</a:t>
                      </a:r>
                    </a:p>
                  </a:txBody>
                  <a:tcPr marL="27850" marR="27850" marT="13925" marB="13925" anchor="ctr"/>
                </a:tc>
                <a:tc>
                  <a:txBody>
                    <a:bodyPr/>
                    <a:lstStyle/>
                    <a:p>
                      <a:pPr>
                        <a:buNone/>
                      </a:pPr>
                      <a:r>
                        <a:rPr lang="en-IN" sz="400"/>
                        <a:t>Background, Problem Statement</a:t>
                      </a:r>
                    </a:p>
                  </a:txBody>
                  <a:tcPr marL="27850" marR="27850" marT="13925" marB="13925" anchor="ctr"/>
                </a:tc>
                <a:extLst>
                  <a:ext uri="{0D108BD9-81ED-4DB2-BD59-A6C34878D82A}">
                    <a16:rowId xmlns:a16="http://schemas.microsoft.com/office/drawing/2014/main" val="1750934977"/>
                  </a:ext>
                </a:extLst>
              </a:tr>
              <a:tr h="325184">
                <a:tc>
                  <a:txBody>
                    <a:bodyPr/>
                    <a:lstStyle/>
                    <a:p>
                      <a:pPr>
                        <a:buNone/>
                      </a:pPr>
                      <a:r>
                        <a:rPr lang="en-IN" sz="400" b="1"/>
                        <a:t>Obermeyer et al. (2019)</a:t>
                      </a:r>
                      <a:endParaRPr lang="en-IN" sz="400"/>
                    </a:p>
                  </a:txBody>
                  <a:tcPr marL="27850" marR="27850" marT="13925" marB="13925" anchor="ctr"/>
                </a:tc>
                <a:tc>
                  <a:txBody>
                    <a:bodyPr/>
                    <a:lstStyle/>
                    <a:p>
                      <a:pPr>
                        <a:buNone/>
                      </a:pPr>
                      <a:r>
                        <a:rPr lang="en-US" sz="400"/>
                        <a:t>Evidence of racial bias in healthcare algorithms</a:t>
                      </a:r>
                    </a:p>
                  </a:txBody>
                  <a:tcPr marL="27850" marR="27850" marT="13925" marB="13925" anchor="ctr"/>
                </a:tc>
                <a:tc>
                  <a:txBody>
                    <a:bodyPr/>
                    <a:lstStyle/>
                    <a:p>
                      <a:pPr>
                        <a:buNone/>
                      </a:pPr>
                      <a:r>
                        <a:rPr lang="en-US" sz="400"/>
                        <a:t>Demonstrates real-world bias in predictive models, motivating fairness analysis</a:t>
                      </a:r>
                    </a:p>
                  </a:txBody>
                  <a:tcPr marL="27850" marR="27850" marT="13925" marB="13925" anchor="ctr"/>
                </a:tc>
                <a:tc>
                  <a:txBody>
                    <a:bodyPr/>
                    <a:lstStyle/>
                    <a:p>
                      <a:pPr>
                        <a:buNone/>
                      </a:pPr>
                      <a:r>
                        <a:rPr lang="en-IN" sz="400"/>
                        <a:t>Problem Statement, RQ2</a:t>
                      </a:r>
                    </a:p>
                  </a:txBody>
                  <a:tcPr marL="27850" marR="27850" marT="13925" marB="13925" anchor="ctr"/>
                </a:tc>
                <a:extLst>
                  <a:ext uri="{0D108BD9-81ED-4DB2-BD59-A6C34878D82A}">
                    <a16:rowId xmlns:a16="http://schemas.microsoft.com/office/drawing/2014/main" val="2896914399"/>
                  </a:ext>
                </a:extLst>
              </a:tr>
              <a:tr h="325184">
                <a:tc>
                  <a:txBody>
                    <a:bodyPr/>
                    <a:lstStyle/>
                    <a:p>
                      <a:pPr>
                        <a:buNone/>
                      </a:pPr>
                      <a:r>
                        <a:rPr lang="en-IN" sz="400" b="1"/>
                        <a:t>Chen et al. (2021)</a:t>
                      </a:r>
                      <a:endParaRPr lang="en-IN" sz="400"/>
                    </a:p>
                  </a:txBody>
                  <a:tcPr marL="27850" marR="27850" marT="13925" marB="13925" anchor="ctr"/>
                </a:tc>
                <a:tc>
                  <a:txBody>
                    <a:bodyPr/>
                    <a:lstStyle/>
                    <a:p>
                      <a:pPr>
                        <a:buNone/>
                      </a:pPr>
                      <a:r>
                        <a:rPr lang="en-IN" sz="400"/>
                        <a:t>AI and healthcare disparities</a:t>
                      </a:r>
                    </a:p>
                  </a:txBody>
                  <a:tcPr marL="27850" marR="27850" marT="13925" marB="13925" anchor="ctr"/>
                </a:tc>
                <a:tc>
                  <a:txBody>
                    <a:bodyPr/>
                    <a:lstStyle/>
                    <a:p>
                      <a:pPr>
                        <a:buNone/>
                      </a:pPr>
                      <a:r>
                        <a:rPr lang="en-US" sz="400" dirty="0"/>
                        <a:t>Highlights risks and need for equitable AI systems and mitigation strategies</a:t>
                      </a:r>
                    </a:p>
                  </a:txBody>
                  <a:tcPr marL="27850" marR="27850" marT="13925" marB="13925" anchor="ctr"/>
                </a:tc>
                <a:tc>
                  <a:txBody>
                    <a:bodyPr/>
                    <a:lstStyle/>
                    <a:p>
                      <a:pPr>
                        <a:buNone/>
                      </a:pPr>
                      <a:r>
                        <a:rPr lang="en-IN" sz="400"/>
                        <a:t>Introduction, RQ2, RQ4</a:t>
                      </a:r>
                    </a:p>
                  </a:txBody>
                  <a:tcPr marL="27850" marR="27850" marT="13925" marB="13925" anchor="ctr"/>
                </a:tc>
                <a:extLst>
                  <a:ext uri="{0D108BD9-81ED-4DB2-BD59-A6C34878D82A}">
                    <a16:rowId xmlns:a16="http://schemas.microsoft.com/office/drawing/2014/main" val="484761344"/>
                  </a:ext>
                </a:extLst>
              </a:tr>
              <a:tr h="325184">
                <a:tc>
                  <a:txBody>
                    <a:bodyPr/>
                    <a:lstStyle/>
                    <a:p>
                      <a:pPr>
                        <a:buNone/>
                      </a:pPr>
                      <a:r>
                        <a:rPr lang="en-IN" sz="400" b="1"/>
                        <a:t>Mehrabi et al. (2021)</a:t>
                      </a:r>
                      <a:endParaRPr lang="en-IN" sz="400"/>
                    </a:p>
                  </a:txBody>
                  <a:tcPr marL="27850" marR="27850" marT="13925" marB="13925" anchor="ctr"/>
                </a:tc>
                <a:tc>
                  <a:txBody>
                    <a:bodyPr/>
                    <a:lstStyle/>
                    <a:p>
                      <a:pPr>
                        <a:buNone/>
                      </a:pPr>
                      <a:r>
                        <a:rPr lang="en-US" sz="400"/>
                        <a:t>Survey of bias in machine learning</a:t>
                      </a:r>
                    </a:p>
                  </a:txBody>
                  <a:tcPr marL="27850" marR="27850" marT="13925" marB="13925" anchor="ctr"/>
                </a:tc>
                <a:tc>
                  <a:txBody>
                    <a:bodyPr/>
                    <a:lstStyle/>
                    <a:p>
                      <a:pPr>
                        <a:buNone/>
                      </a:pPr>
                      <a:r>
                        <a:rPr lang="en-US" sz="400" dirty="0"/>
                        <a:t>Provides framework for understanding sources of bias, including data imbalance</a:t>
                      </a:r>
                    </a:p>
                  </a:txBody>
                  <a:tcPr marL="27850" marR="27850" marT="13925" marB="13925" anchor="ctr"/>
                </a:tc>
                <a:tc>
                  <a:txBody>
                    <a:bodyPr/>
                    <a:lstStyle/>
                    <a:p>
                      <a:pPr>
                        <a:buNone/>
                      </a:pPr>
                      <a:r>
                        <a:rPr lang="en-IN" sz="400"/>
                        <a:t>RQ3, RQ4</a:t>
                      </a:r>
                    </a:p>
                  </a:txBody>
                  <a:tcPr marL="27850" marR="27850" marT="13925" marB="13925" anchor="ctr"/>
                </a:tc>
                <a:extLst>
                  <a:ext uri="{0D108BD9-81ED-4DB2-BD59-A6C34878D82A}">
                    <a16:rowId xmlns:a16="http://schemas.microsoft.com/office/drawing/2014/main" val="3364835902"/>
                  </a:ext>
                </a:extLst>
              </a:tr>
              <a:tr h="325184">
                <a:tc>
                  <a:txBody>
                    <a:bodyPr/>
                    <a:lstStyle/>
                    <a:p>
                      <a:pPr>
                        <a:buNone/>
                      </a:pPr>
                      <a:r>
                        <a:rPr lang="en-IN" sz="400" b="1"/>
                        <a:t>Cohen (1988)</a:t>
                      </a:r>
                      <a:endParaRPr lang="en-IN" sz="400"/>
                    </a:p>
                  </a:txBody>
                  <a:tcPr marL="27850" marR="27850" marT="13925" marB="13925" anchor="ctr"/>
                </a:tc>
                <a:tc>
                  <a:txBody>
                    <a:bodyPr/>
                    <a:lstStyle/>
                    <a:p>
                      <a:pPr>
                        <a:buNone/>
                      </a:pPr>
                      <a:r>
                        <a:rPr lang="en-US" sz="400"/>
                        <a:t>Statistical power and effect size theory</a:t>
                      </a:r>
                    </a:p>
                  </a:txBody>
                  <a:tcPr marL="27850" marR="27850" marT="13925" marB="13925" anchor="ctr"/>
                </a:tc>
                <a:tc>
                  <a:txBody>
                    <a:bodyPr/>
                    <a:lstStyle/>
                    <a:p>
                      <a:pPr>
                        <a:buNone/>
                      </a:pPr>
                      <a:r>
                        <a:rPr lang="en-US" sz="400"/>
                        <a:t>Supports hypothesis testing design and interpretation of statistical significance</a:t>
                      </a:r>
                    </a:p>
                  </a:txBody>
                  <a:tcPr marL="27850" marR="27850" marT="13925" marB="13925" anchor="ctr"/>
                </a:tc>
                <a:tc>
                  <a:txBody>
                    <a:bodyPr/>
                    <a:lstStyle/>
                    <a:p>
                      <a:pPr>
                        <a:buNone/>
                      </a:pPr>
                      <a:r>
                        <a:rPr lang="en-IN" sz="400"/>
                        <a:t>Methodology, Sample Size</a:t>
                      </a:r>
                    </a:p>
                  </a:txBody>
                  <a:tcPr marL="27850" marR="27850" marT="13925" marB="13925" anchor="ctr"/>
                </a:tc>
                <a:extLst>
                  <a:ext uri="{0D108BD9-81ED-4DB2-BD59-A6C34878D82A}">
                    <a16:rowId xmlns:a16="http://schemas.microsoft.com/office/drawing/2014/main" val="1805012166"/>
                  </a:ext>
                </a:extLst>
              </a:tr>
              <a:tr h="251755">
                <a:tc>
                  <a:txBody>
                    <a:bodyPr/>
                    <a:lstStyle/>
                    <a:p>
                      <a:pPr>
                        <a:buNone/>
                      </a:pPr>
                      <a:r>
                        <a:rPr lang="en-IN" sz="400" b="1"/>
                        <a:t>Lwanga &amp; Lemeshow (1991)</a:t>
                      </a:r>
                      <a:endParaRPr lang="en-IN" sz="400"/>
                    </a:p>
                  </a:txBody>
                  <a:tcPr marL="27850" marR="27850" marT="13925" marB="13925" anchor="ctr"/>
                </a:tc>
                <a:tc>
                  <a:txBody>
                    <a:bodyPr/>
                    <a:lstStyle/>
                    <a:p>
                      <a:pPr>
                        <a:buNone/>
                      </a:pPr>
                      <a:r>
                        <a:rPr lang="en-US" sz="400"/>
                        <a:t>Sample size determination for health studies</a:t>
                      </a:r>
                    </a:p>
                  </a:txBody>
                  <a:tcPr marL="27850" marR="27850" marT="13925" marB="13925" anchor="ctr"/>
                </a:tc>
                <a:tc>
                  <a:txBody>
                    <a:bodyPr/>
                    <a:lstStyle/>
                    <a:p>
                      <a:pPr>
                        <a:buNone/>
                      </a:pPr>
                      <a:r>
                        <a:rPr lang="en-US" sz="400"/>
                        <a:t>Supports sample size calculations for proportion-based tests</a:t>
                      </a:r>
                    </a:p>
                  </a:txBody>
                  <a:tcPr marL="27850" marR="27850" marT="13925" marB="13925" anchor="ctr"/>
                </a:tc>
                <a:tc>
                  <a:txBody>
                    <a:bodyPr/>
                    <a:lstStyle/>
                    <a:p>
                      <a:pPr>
                        <a:buNone/>
                      </a:pPr>
                      <a:r>
                        <a:rPr lang="en-IN" sz="400"/>
                        <a:t>RQ1, RQ2</a:t>
                      </a:r>
                    </a:p>
                  </a:txBody>
                  <a:tcPr marL="27850" marR="27850" marT="13925" marB="13925" anchor="ctr"/>
                </a:tc>
                <a:extLst>
                  <a:ext uri="{0D108BD9-81ED-4DB2-BD59-A6C34878D82A}">
                    <a16:rowId xmlns:a16="http://schemas.microsoft.com/office/drawing/2014/main" val="3931767525"/>
                  </a:ext>
                </a:extLst>
              </a:tr>
              <a:tr h="251755">
                <a:tc>
                  <a:txBody>
                    <a:bodyPr/>
                    <a:lstStyle/>
                    <a:p>
                      <a:pPr>
                        <a:buNone/>
                      </a:pPr>
                      <a:r>
                        <a:rPr lang="en-IN" sz="400" b="1"/>
                        <a:t>Charan &amp; Biswas (2013)</a:t>
                      </a:r>
                      <a:endParaRPr lang="en-IN" sz="400"/>
                    </a:p>
                  </a:txBody>
                  <a:tcPr marL="27850" marR="27850" marT="13925" marB="13925" anchor="ctr"/>
                </a:tc>
                <a:tc>
                  <a:txBody>
                    <a:bodyPr/>
                    <a:lstStyle/>
                    <a:p>
                      <a:pPr>
                        <a:buNone/>
                      </a:pPr>
                      <a:r>
                        <a:rPr lang="en-US" sz="400"/>
                        <a:t>Practical sample size calculation methods</a:t>
                      </a:r>
                    </a:p>
                  </a:txBody>
                  <a:tcPr marL="27850" marR="27850" marT="13925" marB="13925" anchor="ctr"/>
                </a:tc>
                <a:tc>
                  <a:txBody>
                    <a:bodyPr/>
                    <a:lstStyle/>
                    <a:p>
                      <a:pPr>
                        <a:buNone/>
                      </a:pPr>
                      <a:r>
                        <a:rPr lang="en-US" sz="400"/>
                        <a:t>Reinforces applied statistical design and sample size justification</a:t>
                      </a:r>
                    </a:p>
                  </a:txBody>
                  <a:tcPr marL="27850" marR="27850" marT="13925" marB="13925" anchor="ctr"/>
                </a:tc>
                <a:tc>
                  <a:txBody>
                    <a:bodyPr/>
                    <a:lstStyle/>
                    <a:p>
                      <a:pPr>
                        <a:buNone/>
                      </a:pPr>
                      <a:r>
                        <a:rPr lang="en-IN" sz="400"/>
                        <a:t>Methodology</a:t>
                      </a:r>
                    </a:p>
                  </a:txBody>
                  <a:tcPr marL="27850" marR="27850" marT="13925" marB="13925" anchor="ctr"/>
                </a:tc>
                <a:extLst>
                  <a:ext uri="{0D108BD9-81ED-4DB2-BD59-A6C34878D82A}">
                    <a16:rowId xmlns:a16="http://schemas.microsoft.com/office/drawing/2014/main" val="3613589245"/>
                  </a:ext>
                </a:extLst>
              </a:tr>
              <a:tr h="251755">
                <a:tc>
                  <a:txBody>
                    <a:bodyPr/>
                    <a:lstStyle/>
                    <a:p>
                      <a:pPr>
                        <a:buNone/>
                      </a:pPr>
                      <a:r>
                        <a:rPr lang="en-IN" sz="400" b="1"/>
                        <a:t>Faul et al. (2007)</a:t>
                      </a:r>
                      <a:endParaRPr lang="en-IN" sz="400"/>
                    </a:p>
                  </a:txBody>
                  <a:tcPr marL="27850" marR="27850" marT="13925" marB="13925" anchor="ctr"/>
                </a:tc>
                <a:tc>
                  <a:txBody>
                    <a:bodyPr/>
                    <a:lstStyle/>
                    <a:p>
                      <a:pPr>
                        <a:buNone/>
                      </a:pPr>
                      <a:r>
                        <a:rPr lang="en-US" sz="400"/>
                        <a:t>G*Power statistical analysis framework</a:t>
                      </a:r>
                    </a:p>
                  </a:txBody>
                  <a:tcPr marL="27850" marR="27850" marT="13925" marB="13925" anchor="ctr"/>
                </a:tc>
                <a:tc>
                  <a:txBody>
                    <a:bodyPr/>
                    <a:lstStyle/>
                    <a:p>
                      <a:pPr>
                        <a:buNone/>
                      </a:pPr>
                      <a:r>
                        <a:rPr lang="en-US" sz="400"/>
                        <a:t>Supports power analysis and robustness of statistical testing</a:t>
                      </a:r>
                    </a:p>
                  </a:txBody>
                  <a:tcPr marL="27850" marR="27850" marT="13925" marB="13925" anchor="ctr"/>
                </a:tc>
                <a:tc>
                  <a:txBody>
                    <a:bodyPr/>
                    <a:lstStyle/>
                    <a:p>
                      <a:pPr>
                        <a:buNone/>
                      </a:pPr>
                      <a:r>
                        <a:rPr lang="en-IN" sz="400" dirty="0"/>
                        <a:t>Methodology</a:t>
                      </a:r>
                    </a:p>
                  </a:txBody>
                  <a:tcPr marL="27850" marR="27850" marT="13925" marB="13925" anchor="ctr"/>
                </a:tc>
                <a:extLst>
                  <a:ext uri="{0D108BD9-81ED-4DB2-BD59-A6C34878D82A}">
                    <a16:rowId xmlns:a16="http://schemas.microsoft.com/office/drawing/2014/main" val="3808695507"/>
                  </a:ext>
                </a:extLst>
              </a:tr>
            </a:tbl>
          </a:graphicData>
        </a:graphic>
      </p:graphicFrame>
    </p:spTree>
    <p:extLst>
      <p:ext uri="{BB962C8B-B14F-4D97-AF65-F5344CB8AC3E}">
        <p14:creationId xmlns:p14="http://schemas.microsoft.com/office/powerpoint/2010/main" val="408439914"/>
      </p:ext>
    </p:extLst>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C03608C4-1D68-197A-E45F-49BD8A7114D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25104BE-04EF-4AEC-C9F0-13780EB443FA}"/>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 – Basic Data Checks</a:t>
            </a:r>
          </a:p>
        </p:txBody>
      </p:sp>
      <p:pic>
        <p:nvPicPr>
          <p:cNvPr id="3" name="Picture 2">
            <a:extLst>
              <a:ext uri="{FF2B5EF4-FFF2-40B4-BE49-F238E27FC236}">
                <a16:creationId xmlns:a16="http://schemas.microsoft.com/office/drawing/2014/main" id="{FEB3A3C7-4C4B-A742-B367-FE12C7D0672E}"/>
              </a:ext>
            </a:extLst>
          </p:cNvPr>
          <p:cNvPicPr>
            <a:picLocks noChangeAspect="1"/>
          </p:cNvPicPr>
          <p:nvPr/>
        </p:nvPicPr>
        <p:blipFill>
          <a:blip r:embed="rId4"/>
          <a:stretch>
            <a:fillRect/>
          </a:stretch>
        </p:blipFill>
        <p:spPr>
          <a:xfrm>
            <a:off x="568035" y="1786640"/>
            <a:ext cx="7405256" cy="2925243"/>
          </a:xfrm>
          <a:prstGeom prst="rect">
            <a:avLst/>
          </a:prstGeom>
        </p:spPr>
      </p:pic>
      <p:sp>
        <p:nvSpPr>
          <p:cNvPr id="4" name="TextBox 3">
            <a:extLst>
              <a:ext uri="{FF2B5EF4-FFF2-40B4-BE49-F238E27FC236}">
                <a16:creationId xmlns:a16="http://schemas.microsoft.com/office/drawing/2014/main" id="{C9EE5066-FE35-BBF4-08FF-6E2BB32D37ED}"/>
              </a:ext>
            </a:extLst>
          </p:cNvPr>
          <p:cNvSpPr txBox="1"/>
          <p:nvPr/>
        </p:nvSpPr>
        <p:spPr>
          <a:xfrm>
            <a:off x="371260" y="914400"/>
            <a:ext cx="8153973" cy="769441"/>
          </a:xfrm>
          <a:prstGeom prst="rect">
            <a:avLst/>
          </a:prstGeom>
          <a:noFill/>
        </p:spPr>
        <p:txBody>
          <a:bodyPr wrap="square" rtlCol="0">
            <a:spAutoFit/>
          </a:bodyPr>
          <a:lstStyle/>
          <a:p>
            <a:pPr marL="171450" indent="-171450">
              <a:buFont typeface="Arial" panose="020B0604020202020204" pitchFamily="34" charset="0"/>
              <a:buChar char="•"/>
            </a:pPr>
            <a:r>
              <a:rPr lang="en-IN" sz="1100" dirty="0">
                <a:latin typeface="Calibri" panose="020F0502020204030204" pitchFamily="34" charset="0"/>
                <a:ea typeface="Calibri" panose="020F0502020204030204" pitchFamily="34" charset="0"/>
                <a:cs typeface="Calibri" panose="020F0502020204030204" pitchFamily="34" charset="0"/>
              </a:rPr>
              <a:t>There are 101766 records with 50 features</a:t>
            </a:r>
          </a:p>
          <a:p>
            <a:pPr marL="171450" indent="-171450">
              <a:buFont typeface="Arial" panose="020B0604020202020204" pitchFamily="34" charset="0"/>
              <a:buChar char="•"/>
            </a:pPr>
            <a:r>
              <a:rPr lang="en-IN" sz="1100" dirty="0">
                <a:latin typeface="Calibri" panose="020F0502020204030204" pitchFamily="34" charset="0"/>
                <a:ea typeface="Calibri" panose="020F0502020204030204" pitchFamily="34" charset="0"/>
                <a:cs typeface="Calibri" panose="020F0502020204030204" pitchFamily="34" charset="0"/>
              </a:rPr>
              <a:t>No duplicate records.</a:t>
            </a:r>
          </a:p>
          <a:p>
            <a:pPr marL="171450" indent="-171450">
              <a:buFont typeface="Arial" panose="020B0604020202020204" pitchFamily="34" charset="0"/>
              <a:buChar char="•"/>
            </a:pPr>
            <a:r>
              <a:rPr lang="en-IN" sz="1100" dirty="0">
                <a:latin typeface="Calibri" panose="020F0502020204030204" pitchFamily="34" charset="0"/>
                <a:ea typeface="Calibri" panose="020F0502020204030204" pitchFamily="34" charset="0"/>
                <a:cs typeface="Calibri" panose="020F0502020204030204" pitchFamily="34" charset="0"/>
              </a:rPr>
              <a:t>Number of values are missing – 97% data on weight feature, around 50% data on payer code and medical speciality feature</a:t>
            </a:r>
          </a:p>
          <a:p>
            <a:pPr marL="171450" indent="-171450">
              <a:buFont typeface="Arial" panose="020B0604020202020204" pitchFamily="34" charset="0"/>
              <a:buChar char="•"/>
            </a:pPr>
            <a:r>
              <a:rPr lang="en-IN" sz="1100" dirty="0">
                <a:latin typeface="Calibri" panose="020F0502020204030204" pitchFamily="34" charset="0"/>
                <a:ea typeface="Calibri" panose="020F0502020204030204" pitchFamily="34" charset="0"/>
                <a:cs typeface="Calibri" panose="020F0502020204030204" pitchFamily="34" charset="0"/>
              </a:rPr>
              <a:t>Statistical summary of numeric data</a:t>
            </a:r>
          </a:p>
        </p:txBody>
      </p:sp>
    </p:spTree>
    <p:extLst>
      <p:ext uri="{BB962C8B-B14F-4D97-AF65-F5344CB8AC3E}">
        <p14:creationId xmlns:p14="http://schemas.microsoft.com/office/powerpoint/2010/main" val="1138822997"/>
      </p:ext>
    </p:extLst>
  </p:cSld>
  <p:clrMapOvr>
    <a:overrideClrMapping bg1="lt1" tx1="dk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E13230-CFC2-491E-826A-23FFDB484A1E}"/>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4E00B7C-A805-DED7-2F49-CA5FA555002A}"/>
              </a:ext>
            </a:extLst>
          </p:cNvPr>
          <p:cNvSpPr>
            <a:spLocks noGrp="1"/>
          </p:cNvSpPr>
          <p:nvPr>
            <p:ph type="title"/>
          </p:nvPr>
        </p:nvSpPr>
        <p:spPr>
          <a:xfrm>
            <a:off x="201972" y="288368"/>
            <a:ext cx="1682246" cy="140616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Data Dictionary</a:t>
            </a:r>
          </a:p>
        </p:txBody>
      </p:sp>
      <p:pic>
        <p:nvPicPr>
          <p:cNvPr id="5" name="Picture 4">
            <a:extLst>
              <a:ext uri="{FF2B5EF4-FFF2-40B4-BE49-F238E27FC236}">
                <a16:creationId xmlns:a16="http://schemas.microsoft.com/office/drawing/2014/main" id="{B8D39BA6-54A8-8858-C5B9-C8AA23786A56}"/>
              </a:ext>
            </a:extLst>
          </p:cNvPr>
          <p:cNvPicPr>
            <a:picLocks noChangeAspect="1"/>
          </p:cNvPicPr>
          <p:nvPr/>
        </p:nvPicPr>
        <p:blipFill>
          <a:blip r:embed="rId3"/>
          <a:stretch>
            <a:fillRect/>
          </a:stretch>
        </p:blipFill>
        <p:spPr>
          <a:xfrm>
            <a:off x="2006488" y="50145"/>
            <a:ext cx="4693989" cy="4893232"/>
          </a:xfrm>
          <a:prstGeom prst="rect">
            <a:avLst/>
          </a:prstGeom>
        </p:spPr>
      </p:pic>
    </p:spTree>
    <p:extLst>
      <p:ext uri="{BB962C8B-B14F-4D97-AF65-F5344CB8AC3E}">
        <p14:creationId xmlns:p14="http://schemas.microsoft.com/office/powerpoint/2010/main" val="17866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EF401878-CB9F-5B4A-8BB5-5E2EE7F5D1F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7511AB7-3C01-D8B3-3886-FA90C25F4665}"/>
              </a:ext>
            </a:extLst>
          </p:cNvPr>
          <p:cNvSpPr>
            <a:spLocks noGrp="1"/>
          </p:cNvSpPr>
          <p:nvPr>
            <p:ph type="title"/>
          </p:nvPr>
        </p:nvSpPr>
        <p:spPr>
          <a:xfrm>
            <a:off x="201972" y="288368"/>
            <a:ext cx="1682246" cy="140616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Preprocess data – Feature Exclusion</a:t>
            </a:r>
          </a:p>
        </p:txBody>
      </p:sp>
      <p:grpSp>
        <p:nvGrpSpPr>
          <p:cNvPr id="13" name="Group 12">
            <a:extLst>
              <a:ext uri="{FF2B5EF4-FFF2-40B4-BE49-F238E27FC236}">
                <a16:creationId xmlns:a16="http://schemas.microsoft.com/office/drawing/2014/main" id="{49333836-5743-71E2-D067-EA4F6A214E0D}"/>
              </a:ext>
            </a:extLst>
          </p:cNvPr>
          <p:cNvGrpSpPr/>
          <p:nvPr/>
        </p:nvGrpSpPr>
        <p:grpSpPr>
          <a:xfrm>
            <a:off x="2002531" y="50145"/>
            <a:ext cx="4697946" cy="4893232"/>
            <a:chOff x="1789011" y="52841"/>
            <a:chExt cx="4608348" cy="4893232"/>
          </a:xfrm>
        </p:grpSpPr>
        <p:pic>
          <p:nvPicPr>
            <p:cNvPr id="5" name="Picture 4">
              <a:extLst>
                <a:ext uri="{FF2B5EF4-FFF2-40B4-BE49-F238E27FC236}">
                  <a16:creationId xmlns:a16="http://schemas.microsoft.com/office/drawing/2014/main" id="{B90873F0-6A23-CA45-8A3E-F7DCCDF3521C}"/>
                </a:ext>
              </a:extLst>
            </p:cNvPr>
            <p:cNvPicPr>
              <a:picLocks noChangeAspect="1"/>
            </p:cNvPicPr>
            <p:nvPr/>
          </p:nvPicPr>
          <p:blipFill>
            <a:blip r:embed="rId4"/>
            <a:stretch>
              <a:fillRect/>
            </a:stretch>
          </p:blipFill>
          <p:spPr>
            <a:xfrm>
              <a:off x="1792893" y="52841"/>
              <a:ext cx="4604466" cy="4893232"/>
            </a:xfrm>
            <a:prstGeom prst="rect">
              <a:avLst/>
            </a:prstGeom>
          </p:spPr>
        </p:pic>
        <p:sp>
          <p:nvSpPr>
            <p:cNvPr id="6" name="Rectangle 5">
              <a:extLst>
                <a:ext uri="{FF2B5EF4-FFF2-40B4-BE49-F238E27FC236}">
                  <a16:creationId xmlns:a16="http://schemas.microsoft.com/office/drawing/2014/main" id="{AA191A89-D819-5D8D-E6EE-85CFBFA63D4D}"/>
                </a:ext>
              </a:extLst>
            </p:cNvPr>
            <p:cNvSpPr/>
            <p:nvPr/>
          </p:nvSpPr>
          <p:spPr>
            <a:xfrm>
              <a:off x="1792893" y="178755"/>
              <a:ext cx="4604466" cy="192505"/>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7E75722-E1FB-9F0E-CA80-F08EF97769F6}"/>
                </a:ext>
              </a:extLst>
            </p:cNvPr>
            <p:cNvSpPr/>
            <p:nvPr/>
          </p:nvSpPr>
          <p:spPr>
            <a:xfrm>
              <a:off x="1789011" y="671000"/>
              <a:ext cx="4604466" cy="89719"/>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8F656E4-5E8B-0E56-484B-D5E08A2C7098}"/>
                </a:ext>
              </a:extLst>
            </p:cNvPr>
            <p:cNvSpPr/>
            <p:nvPr/>
          </p:nvSpPr>
          <p:spPr>
            <a:xfrm>
              <a:off x="1789011" y="1378878"/>
              <a:ext cx="4604466" cy="357714"/>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C7110D5-81C3-9F1B-4F8D-4F54010CAD17}"/>
                </a:ext>
              </a:extLst>
            </p:cNvPr>
            <p:cNvSpPr/>
            <p:nvPr/>
          </p:nvSpPr>
          <p:spPr>
            <a:xfrm>
              <a:off x="1789011" y="2844550"/>
              <a:ext cx="4604466" cy="357714"/>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190105C-5A71-94CC-0331-CBA7D9FFA2F9}"/>
                </a:ext>
              </a:extLst>
            </p:cNvPr>
            <p:cNvSpPr/>
            <p:nvPr/>
          </p:nvSpPr>
          <p:spPr>
            <a:xfrm>
              <a:off x="1789011" y="3993216"/>
              <a:ext cx="4604466" cy="670992"/>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 name="TextBox 10">
            <a:extLst>
              <a:ext uri="{FF2B5EF4-FFF2-40B4-BE49-F238E27FC236}">
                <a16:creationId xmlns:a16="http://schemas.microsoft.com/office/drawing/2014/main" id="{0BEFA660-7253-D22F-B82E-492715EFA84A}"/>
              </a:ext>
            </a:extLst>
          </p:cNvPr>
          <p:cNvSpPr txBox="1"/>
          <p:nvPr/>
        </p:nvSpPr>
        <p:spPr>
          <a:xfrm>
            <a:off x="7799294" y="858350"/>
            <a:ext cx="1224916" cy="646331"/>
          </a:xfrm>
          <a:prstGeom prst="rect">
            <a:avLst/>
          </a:prstGeom>
          <a:noFill/>
        </p:spPr>
        <p:txBody>
          <a:bodyPr wrap="square" rtlCol="0">
            <a:spAutoFit/>
          </a:bodyPr>
          <a:lstStyle/>
          <a:p>
            <a:r>
              <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rPr>
              <a:t>No predictive value; used only for identification</a:t>
            </a:r>
          </a:p>
        </p:txBody>
      </p:sp>
      <p:sp>
        <p:nvSpPr>
          <p:cNvPr id="12" name="TextBox 11">
            <a:extLst>
              <a:ext uri="{FF2B5EF4-FFF2-40B4-BE49-F238E27FC236}">
                <a16:creationId xmlns:a16="http://schemas.microsoft.com/office/drawing/2014/main" id="{F8729602-CAB1-6F55-D416-A6A06B36CCBC}"/>
              </a:ext>
            </a:extLst>
          </p:cNvPr>
          <p:cNvSpPr txBox="1"/>
          <p:nvPr/>
        </p:nvSpPr>
        <p:spPr>
          <a:xfrm>
            <a:off x="7330160" y="4121354"/>
            <a:ext cx="1625712" cy="646331"/>
          </a:xfrm>
          <a:prstGeom prst="rect">
            <a:avLst/>
          </a:prstGeom>
          <a:noFill/>
        </p:spPr>
        <p:txBody>
          <a:bodyPr wrap="square" rtlCol="0">
            <a:spAutoFit/>
          </a:bodyPr>
          <a:lstStyle>
            <a:defPPr marR="0" lvl="0" algn="l" rtl="0">
              <a:lnSpc>
                <a:spcPct val="100000"/>
              </a:lnSpc>
              <a:spcBef>
                <a:spcPts val="0"/>
              </a:spcBef>
              <a:spcAft>
                <a:spcPts val="0"/>
              </a:spcAft>
              <a:defRPr/>
            </a:defPPr>
            <a:lvl1pPr>
              <a:defRPr>
                <a:latin typeface="Calibri" panose="020F0502020204030204" pitchFamily="34" charset="0"/>
                <a:ea typeface="Calibri" panose="020F0502020204030204" pitchFamily="34" charset="0"/>
                <a:cs typeface="Calibri" panose="020F0502020204030204" pitchFamily="34" charset="0"/>
              </a:defRPr>
            </a:lvl1pPr>
          </a:lstStyle>
          <a:p>
            <a:r>
              <a:rPr lang="en-IN" sz="1200" dirty="0">
                <a:solidFill>
                  <a:srgbClr val="0000FF"/>
                </a:solidFill>
              </a:rPr>
              <a:t>High dimensionality; low interpretability; introduces noise</a:t>
            </a:r>
          </a:p>
        </p:txBody>
      </p:sp>
      <p:sp>
        <p:nvSpPr>
          <p:cNvPr id="15" name="TextBox 14">
            <a:extLst>
              <a:ext uri="{FF2B5EF4-FFF2-40B4-BE49-F238E27FC236}">
                <a16:creationId xmlns:a16="http://schemas.microsoft.com/office/drawing/2014/main" id="{7F714445-60E0-3AA4-7154-A0B30C8525C1}"/>
              </a:ext>
            </a:extLst>
          </p:cNvPr>
          <p:cNvSpPr txBox="1"/>
          <p:nvPr/>
        </p:nvSpPr>
        <p:spPr>
          <a:xfrm>
            <a:off x="7247575" y="1926104"/>
            <a:ext cx="1358543" cy="646331"/>
          </a:xfrm>
          <a:prstGeom prst="rect">
            <a:avLst/>
          </a:prstGeom>
          <a:noFill/>
        </p:spPr>
        <p:txBody>
          <a:bodyPr wrap="square" rtlCol="0">
            <a:spAutoFit/>
          </a:bodyPr>
          <a:lstStyle>
            <a:defPPr marR="0" lvl="0" algn="l" rtl="0">
              <a:lnSpc>
                <a:spcPct val="100000"/>
              </a:lnSpc>
              <a:spcBef>
                <a:spcPts val="0"/>
              </a:spcBef>
              <a:spcAft>
                <a:spcPts val="0"/>
              </a:spcAft>
            </a:defPPr>
            <a:lvl1pPr>
              <a:defRPr>
                <a:latin typeface="Calibri" panose="020F0502020204030204" pitchFamily="34" charset="0"/>
                <a:ea typeface="Calibri" panose="020F0502020204030204" pitchFamily="34" charset="0"/>
                <a:cs typeface="Calibri" panose="020F0502020204030204" pitchFamily="34" charset="0"/>
              </a:defRPr>
            </a:lvl1pPr>
          </a:lstStyle>
          <a:p>
            <a:r>
              <a:rPr lang="en-IN" sz="1200" dirty="0">
                <a:solidFill>
                  <a:srgbClr val="0000FF"/>
                </a:solidFill>
              </a:rPr>
              <a:t>Significant missing values; unreliable for modelling</a:t>
            </a:r>
          </a:p>
        </p:txBody>
      </p:sp>
      <p:sp>
        <p:nvSpPr>
          <p:cNvPr id="16" name="TextBox 15">
            <a:extLst>
              <a:ext uri="{FF2B5EF4-FFF2-40B4-BE49-F238E27FC236}">
                <a16:creationId xmlns:a16="http://schemas.microsoft.com/office/drawing/2014/main" id="{6F217AB2-ED98-C426-F8E1-3356501843C6}"/>
              </a:ext>
            </a:extLst>
          </p:cNvPr>
          <p:cNvSpPr txBox="1"/>
          <p:nvPr/>
        </p:nvSpPr>
        <p:spPr>
          <a:xfrm>
            <a:off x="7374767" y="2925637"/>
            <a:ext cx="1536499" cy="646331"/>
          </a:xfrm>
          <a:prstGeom prst="rect">
            <a:avLst/>
          </a:prstGeom>
          <a:noFill/>
        </p:spPr>
        <p:txBody>
          <a:bodyPr wrap="square" rtlCol="0">
            <a:spAutoFit/>
          </a:bodyPr>
          <a:lstStyle>
            <a:defPPr marR="0" lvl="0" algn="l" rtl="0">
              <a:lnSpc>
                <a:spcPct val="100000"/>
              </a:lnSpc>
              <a:spcBef>
                <a:spcPts val="0"/>
              </a:spcBef>
              <a:spcAft>
                <a:spcPts val="0"/>
              </a:spcAft>
            </a:defPPr>
            <a:lvl1pPr>
              <a:defRPr>
                <a:latin typeface="Calibri" panose="020F0502020204030204" pitchFamily="34" charset="0"/>
                <a:ea typeface="Calibri" panose="020F0502020204030204" pitchFamily="34" charset="0"/>
                <a:cs typeface="Calibri" panose="020F0502020204030204" pitchFamily="34" charset="0"/>
              </a:defRPr>
            </a:lvl1pPr>
          </a:lstStyle>
          <a:p>
            <a:r>
              <a:rPr lang="en-IN" sz="1200" dirty="0">
                <a:solidFill>
                  <a:srgbClr val="0000FF"/>
                </a:solidFill>
              </a:rPr>
              <a:t>High cardinality; requires complex medical mapping</a:t>
            </a:r>
          </a:p>
        </p:txBody>
      </p:sp>
      <p:cxnSp>
        <p:nvCxnSpPr>
          <p:cNvPr id="3" name="Straight Arrow Connector 2">
            <a:extLst>
              <a:ext uri="{FF2B5EF4-FFF2-40B4-BE49-F238E27FC236}">
                <a16:creationId xmlns:a16="http://schemas.microsoft.com/office/drawing/2014/main" id="{77149682-F869-0B40-A143-0C0278909AC5}"/>
              </a:ext>
            </a:extLst>
          </p:cNvPr>
          <p:cNvCxnSpPr>
            <a:cxnSpLocks/>
            <a:stCxn id="6" idx="3"/>
            <a:endCxn id="11" idx="0"/>
          </p:cNvCxnSpPr>
          <p:nvPr/>
        </p:nvCxnSpPr>
        <p:spPr>
          <a:xfrm>
            <a:off x="6700477" y="272312"/>
            <a:ext cx="1711275" cy="586038"/>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855557B3-9CE2-9115-4B04-73465E1E23B5}"/>
              </a:ext>
            </a:extLst>
          </p:cNvPr>
          <p:cNvCxnSpPr>
            <a:cxnSpLocks/>
            <a:stCxn id="7" idx="3"/>
            <a:endCxn id="15" idx="0"/>
          </p:cNvCxnSpPr>
          <p:nvPr/>
        </p:nvCxnSpPr>
        <p:spPr>
          <a:xfrm>
            <a:off x="6696520" y="713164"/>
            <a:ext cx="1230327" cy="1212940"/>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6BB7A39-043D-788C-06CF-3BB4D7695D81}"/>
              </a:ext>
            </a:extLst>
          </p:cNvPr>
          <p:cNvCxnSpPr>
            <a:cxnSpLocks/>
            <a:stCxn id="8" idx="3"/>
            <a:endCxn id="15" idx="0"/>
          </p:cNvCxnSpPr>
          <p:nvPr/>
        </p:nvCxnSpPr>
        <p:spPr>
          <a:xfrm>
            <a:off x="6696520" y="1555039"/>
            <a:ext cx="1230327" cy="371065"/>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595AB0B-EC98-D79C-7346-CA0A8D714BA6}"/>
              </a:ext>
            </a:extLst>
          </p:cNvPr>
          <p:cNvCxnSpPr>
            <a:cxnSpLocks/>
            <a:stCxn id="9" idx="3"/>
            <a:endCxn id="16" idx="1"/>
          </p:cNvCxnSpPr>
          <p:nvPr/>
        </p:nvCxnSpPr>
        <p:spPr>
          <a:xfrm>
            <a:off x="6696520" y="3020711"/>
            <a:ext cx="678247" cy="228092"/>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5A4A93D-29B8-3EBA-8461-7EBC57125C7E}"/>
              </a:ext>
            </a:extLst>
          </p:cNvPr>
          <p:cNvCxnSpPr>
            <a:cxnSpLocks/>
            <a:stCxn id="10" idx="3"/>
            <a:endCxn id="12" idx="1"/>
          </p:cNvCxnSpPr>
          <p:nvPr/>
        </p:nvCxnSpPr>
        <p:spPr>
          <a:xfrm>
            <a:off x="6696520" y="4326016"/>
            <a:ext cx="633640" cy="118504"/>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5B51E054-35F3-CF33-551B-DFD91504D1F1}"/>
              </a:ext>
            </a:extLst>
          </p:cNvPr>
          <p:cNvSpPr/>
          <p:nvPr/>
        </p:nvSpPr>
        <p:spPr>
          <a:xfrm>
            <a:off x="2004095" y="789116"/>
            <a:ext cx="4693989" cy="48405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Arrow Connector 61">
            <a:extLst>
              <a:ext uri="{FF2B5EF4-FFF2-40B4-BE49-F238E27FC236}">
                <a16:creationId xmlns:a16="http://schemas.microsoft.com/office/drawing/2014/main" id="{C937C69D-19C1-9EC9-44C2-9C78855AE469}"/>
              </a:ext>
            </a:extLst>
          </p:cNvPr>
          <p:cNvCxnSpPr>
            <a:cxnSpLocks/>
            <a:stCxn id="60" idx="3"/>
            <a:endCxn id="11" idx="1"/>
          </p:cNvCxnSpPr>
          <p:nvPr/>
        </p:nvCxnSpPr>
        <p:spPr>
          <a:xfrm>
            <a:off x="6698084" y="1031145"/>
            <a:ext cx="1101210" cy="150371"/>
          </a:xfrm>
          <a:prstGeom prst="straightConnector1">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967221"/>
      </p:ext>
    </p:extLst>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1A44493B-EAA0-5B34-9534-3549D0A33CFC}"/>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7D7A091-938A-69C9-F3A5-A6046001903C}"/>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AD94C1FA-9DE8-AA31-665D-F6AB865FABD1}"/>
              </a:ext>
            </a:extLst>
          </p:cNvPr>
          <p:cNvSpPr txBox="1"/>
          <p:nvPr/>
        </p:nvSpPr>
        <p:spPr>
          <a:xfrm>
            <a:off x="279052" y="1147723"/>
            <a:ext cx="3647485" cy="3600986"/>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Clinical Activity and Treatment Intensity</a:t>
            </a:r>
            <a:r>
              <a:rPr lang="en-US" sz="1200" dirty="0">
                <a:latin typeface="Calibri" panose="020F0502020204030204" pitchFamily="34" charset="0"/>
                <a:ea typeface="Calibri" panose="020F0502020204030204" pitchFamily="34" charset="0"/>
                <a:cs typeface="Calibri" panose="020F0502020204030204" pitchFamily="34" charset="0"/>
              </a:rPr>
              <a:t>. These variables capture patient severity and treatment complexity and are important predictors of readmission.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 average </a:t>
            </a:r>
            <a:r>
              <a:rPr lang="en-US" sz="1200" b="1" dirty="0">
                <a:latin typeface="Calibri" panose="020F0502020204030204" pitchFamily="34" charset="0"/>
                <a:ea typeface="Calibri" panose="020F0502020204030204" pitchFamily="34" charset="0"/>
                <a:cs typeface="Calibri" panose="020F0502020204030204" pitchFamily="34" charset="0"/>
              </a:rPr>
              <a:t>number of lab procedures </a:t>
            </a:r>
            <a:r>
              <a:rPr lang="en-US" sz="1200" dirty="0">
                <a:latin typeface="Calibri" panose="020F0502020204030204" pitchFamily="34" charset="0"/>
                <a:ea typeface="Calibri" panose="020F0502020204030204" pitchFamily="34" charset="0"/>
                <a:cs typeface="Calibri" panose="020F0502020204030204" pitchFamily="34" charset="0"/>
              </a:rPr>
              <a:t>is approximately 43, with values ranging up to 132, indicating substantial variability in diagnostic intensity.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 </a:t>
            </a:r>
            <a:r>
              <a:rPr lang="en-US" sz="1200" b="1" dirty="0">
                <a:latin typeface="Calibri" panose="020F0502020204030204" pitchFamily="34" charset="0"/>
                <a:ea typeface="Calibri" panose="020F0502020204030204" pitchFamily="34" charset="0"/>
                <a:cs typeface="Calibri" panose="020F0502020204030204" pitchFamily="34" charset="0"/>
              </a:rPr>
              <a:t>number of medications </a:t>
            </a:r>
            <a:r>
              <a:rPr lang="en-US" sz="1200" dirty="0">
                <a:latin typeface="Calibri" panose="020F0502020204030204" pitchFamily="34" charset="0"/>
                <a:ea typeface="Calibri" panose="020F0502020204030204" pitchFamily="34" charset="0"/>
                <a:cs typeface="Calibri" panose="020F0502020204030204" pitchFamily="34" charset="0"/>
              </a:rPr>
              <a:t>ranges from 1 to 81 (mean ≈ 16), reflecting differences in treatment intensity across patients.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 </a:t>
            </a:r>
            <a:r>
              <a:rPr lang="en-US" sz="1200" b="1" dirty="0">
                <a:latin typeface="Calibri" panose="020F0502020204030204" pitchFamily="34" charset="0"/>
                <a:ea typeface="Calibri" panose="020F0502020204030204" pitchFamily="34" charset="0"/>
                <a:cs typeface="Calibri" panose="020F0502020204030204" pitchFamily="34" charset="0"/>
              </a:rPr>
              <a:t>number of procedures </a:t>
            </a:r>
            <a:r>
              <a:rPr lang="en-US" sz="1200" dirty="0">
                <a:latin typeface="Calibri" panose="020F0502020204030204" pitchFamily="34" charset="0"/>
                <a:ea typeface="Calibri" panose="020F0502020204030204" pitchFamily="34" charset="0"/>
                <a:cs typeface="Calibri" panose="020F0502020204030204" pitchFamily="34" charset="0"/>
              </a:rPr>
              <a:t>remains relatively low (mean ≈ 1.3), suggesting that most encounters involve limited procedural intervention.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IN" sz="12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C1209AF-33E4-F052-C3F1-8A23928366A8}"/>
              </a:ext>
            </a:extLst>
          </p:cNvPr>
          <p:cNvPicPr>
            <a:picLocks noChangeAspect="1"/>
          </p:cNvPicPr>
          <p:nvPr/>
        </p:nvPicPr>
        <p:blipFill>
          <a:blip r:embed="rId4"/>
          <a:stretch>
            <a:fillRect/>
          </a:stretch>
        </p:blipFill>
        <p:spPr>
          <a:xfrm>
            <a:off x="3961017" y="644450"/>
            <a:ext cx="4652683" cy="1364285"/>
          </a:xfrm>
          <a:prstGeom prst="rect">
            <a:avLst/>
          </a:prstGeom>
        </p:spPr>
      </p:pic>
      <p:pic>
        <p:nvPicPr>
          <p:cNvPr id="6" name="Picture 5">
            <a:extLst>
              <a:ext uri="{FF2B5EF4-FFF2-40B4-BE49-F238E27FC236}">
                <a16:creationId xmlns:a16="http://schemas.microsoft.com/office/drawing/2014/main" id="{0802F6F9-2693-B0B1-189B-EF0A5ACCCEA9}"/>
              </a:ext>
            </a:extLst>
          </p:cNvPr>
          <p:cNvPicPr>
            <a:picLocks noChangeAspect="1"/>
          </p:cNvPicPr>
          <p:nvPr/>
        </p:nvPicPr>
        <p:blipFill>
          <a:blip r:embed="rId5"/>
          <a:stretch>
            <a:fillRect/>
          </a:stretch>
        </p:blipFill>
        <p:spPr>
          <a:xfrm>
            <a:off x="3961012" y="3606656"/>
            <a:ext cx="4618212" cy="1318810"/>
          </a:xfrm>
          <a:prstGeom prst="rect">
            <a:avLst/>
          </a:prstGeom>
        </p:spPr>
      </p:pic>
      <p:pic>
        <p:nvPicPr>
          <p:cNvPr id="8" name="Picture 7">
            <a:extLst>
              <a:ext uri="{FF2B5EF4-FFF2-40B4-BE49-F238E27FC236}">
                <a16:creationId xmlns:a16="http://schemas.microsoft.com/office/drawing/2014/main" id="{1F15F352-8E3A-36BA-F1D3-959EEEEFE6CC}"/>
              </a:ext>
            </a:extLst>
          </p:cNvPr>
          <p:cNvPicPr>
            <a:picLocks noChangeAspect="1"/>
          </p:cNvPicPr>
          <p:nvPr/>
        </p:nvPicPr>
        <p:blipFill>
          <a:blip r:embed="rId6"/>
          <a:stretch>
            <a:fillRect/>
          </a:stretch>
        </p:blipFill>
        <p:spPr>
          <a:xfrm>
            <a:off x="3961012" y="2124566"/>
            <a:ext cx="4652688" cy="1384505"/>
          </a:xfrm>
          <a:prstGeom prst="rect">
            <a:avLst/>
          </a:prstGeom>
        </p:spPr>
      </p:pic>
    </p:spTree>
    <p:extLst>
      <p:ext uri="{BB962C8B-B14F-4D97-AF65-F5344CB8AC3E}">
        <p14:creationId xmlns:p14="http://schemas.microsoft.com/office/powerpoint/2010/main" val="2894007289"/>
      </p:ext>
    </p:extLst>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1B6AF102-82EA-DA7F-81CB-610E894E23A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1BF56B9-25F1-FFAA-90B4-BAF8A3C8FD99}"/>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716A6747-C5C6-B3DA-21E5-CFDAE52F35E8}"/>
              </a:ext>
            </a:extLst>
          </p:cNvPr>
          <p:cNvSpPr txBox="1"/>
          <p:nvPr/>
        </p:nvSpPr>
        <p:spPr>
          <a:xfrm>
            <a:off x="279052" y="1147723"/>
            <a:ext cx="3647485" cy="3231654"/>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Healthcare Utilization Patterns</a:t>
            </a:r>
            <a:r>
              <a:rPr lang="en-US" sz="1200" dirty="0">
                <a:latin typeface="Calibri" panose="020F0502020204030204" pitchFamily="34" charset="0"/>
                <a:ea typeface="Calibri" panose="020F0502020204030204" pitchFamily="34" charset="0"/>
                <a:cs typeface="Calibri" panose="020F0502020204030204" pitchFamily="34" charset="0"/>
              </a:rPr>
              <a:t>. These variables indicate the pattern of hospital utilization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Variables such as </a:t>
            </a:r>
            <a:r>
              <a:rPr lang="en-US" sz="1200" dirty="0" err="1">
                <a:latin typeface="Calibri" panose="020F0502020204030204" pitchFamily="34" charset="0"/>
                <a:ea typeface="Calibri" panose="020F0502020204030204" pitchFamily="34" charset="0"/>
                <a:cs typeface="Calibri" panose="020F0502020204030204" pitchFamily="34" charset="0"/>
              </a:rPr>
              <a:t>number_outpatient</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number_emergency</a:t>
            </a:r>
            <a:r>
              <a:rPr lang="en-US" sz="1200" dirty="0">
                <a:latin typeface="Calibri" panose="020F0502020204030204" pitchFamily="34" charset="0"/>
                <a:ea typeface="Calibri" panose="020F0502020204030204" pitchFamily="34" charset="0"/>
                <a:cs typeface="Calibri" panose="020F0502020204030204" pitchFamily="34" charset="0"/>
              </a:rPr>
              <a:t>, and </a:t>
            </a:r>
            <a:r>
              <a:rPr lang="en-US" sz="1200" dirty="0" err="1">
                <a:latin typeface="Calibri" panose="020F0502020204030204" pitchFamily="34" charset="0"/>
                <a:ea typeface="Calibri" panose="020F0502020204030204" pitchFamily="34" charset="0"/>
                <a:cs typeface="Calibri" panose="020F0502020204030204" pitchFamily="34" charset="0"/>
              </a:rPr>
              <a:t>number_inpatient</a:t>
            </a:r>
            <a:r>
              <a:rPr lang="en-US" sz="1200" dirty="0">
                <a:latin typeface="Calibri" panose="020F0502020204030204" pitchFamily="34" charset="0"/>
                <a:ea typeface="Calibri" panose="020F0502020204030204" pitchFamily="34" charset="0"/>
                <a:cs typeface="Calibri" panose="020F0502020204030204" pitchFamily="34" charset="0"/>
              </a:rPr>
              <a:t> exhibit highly skewed distributions, with median values of zero and maximum values as high as 42, 76, and 21 respectively.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Most patients have low prior utilization, while a small subset shows very high usage, representing high-risk patients.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These extreme values are clinically meaningful and are retained in the analysis.</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IN" sz="1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0E46279-52DE-BB4C-8880-630BD38DF8A1}"/>
              </a:ext>
            </a:extLst>
          </p:cNvPr>
          <p:cNvPicPr>
            <a:picLocks noChangeAspect="1"/>
          </p:cNvPicPr>
          <p:nvPr/>
        </p:nvPicPr>
        <p:blipFill>
          <a:blip r:embed="rId4"/>
          <a:stretch>
            <a:fillRect/>
          </a:stretch>
        </p:blipFill>
        <p:spPr>
          <a:xfrm>
            <a:off x="3892063" y="695873"/>
            <a:ext cx="4687162" cy="1331108"/>
          </a:xfrm>
          <a:prstGeom prst="rect">
            <a:avLst/>
          </a:prstGeom>
        </p:spPr>
      </p:pic>
      <p:pic>
        <p:nvPicPr>
          <p:cNvPr id="9" name="Picture 8">
            <a:extLst>
              <a:ext uri="{FF2B5EF4-FFF2-40B4-BE49-F238E27FC236}">
                <a16:creationId xmlns:a16="http://schemas.microsoft.com/office/drawing/2014/main" id="{CEBB3961-5D55-D6FF-37FF-6C76260127BE}"/>
              </a:ext>
            </a:extLst>
          </p:cNvPr>
          <p:cNvPicPr>
            <a:picLocks noChangeAspect="1"/>
          </p:cNvPicPr>
          <p:nvPr/>
        </p:nvPicPr>
        <p:blipFill>
          <a:blip r:embed="rId5"/>
          <a:stretch>
            <a:fillRect/>
          </a:stretch>
        </p:blipFill>
        <p:spPr>
          <a:xfrm>
            <a:off x="3926537" y="2113624"/>
            <a:ext cx="4652687" cy="1364286"/>
          </a:xfrm>
          <a:prstGeom prst="rect">
            <a:avLst/>
          </a:prstGeom>
        </p:spPr>
      </p:pic>
      <p:pic>
        <p:nvPicPr>
          <p:cNvPr id="11" name="Picture 10">
            <a:extLst>
              <a:ext uri="{FF2B5EF4-FFF2-40B4-BE49-F238E27FC236}">
                <a16:creationId xmlns:a16="http://schemas.microsoft.com/office/drawing/2014/main" id="{6054FE88-054D-186D-3B57-4C21E968031F}"/>
              </a:ext>
            </a:extLst>
          </p:cNvPr>
          <p:cNvPicPr>
            <a:picLocks noChangeAspect="1"/>
          </p:cNvPicPr>
          <p:nvPr/>
        </p:nvPicPr>
        <p:blipFill>
          <a:blip r:embed="rId6"/>
          <a:stretch>
            <a:fillRect/>
          </a:stretch>
        </p:blipFill>
        <p:spPr>
          <a:xfrm>
            <a:off x="3926536" y="3570673"/>
            <a:ext cx="4652685" cy="1364286"/>
          </a:xfrm>
          <a:prstGeom prst="rect">
            <a:avLst/>
          </a:prstGeom>
        </p:spPr>
      </p:pic>
    </p:spTree>
    <p:extLst>
      <p:ext uri="{BB962C8B-B14F-4D97-AF65-F5344CB8AC3E}">
        <p14:creationId xmlns:p14="http://schemas.microsoft.com/office/powerpoint/2010/main" val="225431977"/>
      </p:ext>
    </p:extLst>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8EC8A321-927C-BA74-0ED5-E38ABFA6DB6B}"/>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ACF1C76-E50F-DD50-1A69-299BDE30982A}"/>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12FAB161-6F87-8871-4B47-2D691CAF1F2F}"/>
              </a:ext>
            </a:extLst>
          </p:cNvPr>
          <p:cNvSpPr txBox="1"/>
          <p:nvPr/>
        </p:nvSpPr>
        <p:spPr>
          <a:xfrm>
            <a:off x="279052" y="1147723"/>
            <a:ext cx="3647485" cy="3231654"/>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Comorbidity and Diagnosis Complexity</a:t>
            </a:r>
            <a:r>
              <a:rPr lang="en-US" sz="1200" dirty="0">
                <a:latin typeface="Calibri" panose="020F0502020204030204" pitchFamily="34" charset="0"/>
                <a:ea typeface="Calibri" panose="020F0502020204030204" pitchFamily="34" charset="0"/>
                <a:cs typeface="Calibri" panose="020F0502020204030204" pitchFamily="34" charset="0"/>
              </a:rPr>
              <a:t>. These variables serve as an important proxy for patient complexity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The </a:t>
            </a:r>
            <a:r>
              <a:rPr lang="en-US" sz="1200" b="1" dirty="0">
                <a:latin typeface="Calibri" panose="020F0502020204030204" pitchFamily="34" charset="0"/>
                <a:ea typeface="Calibri" panose="020F0502020204030204" pitchFamily="34" charset="0"/>
                <a:cs typeface="Calibri" panose="020F0502020204030204" pitchFamily="34" charset="0"/>
              </a:rPr>
              <a:t>number of diagnoses </a:t>
            </a:r>
            <a:r>
              <a:rPr lang="en-US" sz="1200" dirty="0">
                <a:latin typeface="Calibri" panose="020F0502020204030204" pitchFamily="34" charset="0"/>
                <a:ea typeface="Calibri" panose="020F0502020204030204" pitchFamily="34" charset="0"/>
                <a:cs typeface="Calibri" panose="020F0502020204030204" pitchFamily="34" charset="0"/>
              </a:rPr>
              <a:t>has a mean of 7.4 and ranges from 1 to 16, indicating that patients typically have multiple comorbid conditions. It is expected to influence readmission risk. </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Time in hospital </a:t>
            </a:r>
            <a:r>
              <a:rPr lang="en-US" sz="1200" dirty="0">
                <a:latin typeface="Calibri" panose="020F0502020204030204" pitchFamily="34" charset="0"/>
                <a:ea typeface="Calibri" panose="020F0502020204030204" pitchFamily="34" charset="0"/>
                <a:cs typeface="Calibri" panose="020F0502020204030204" pitchFamily="34" charset="0"/>
              </a:rPr>
              <a:t>represents the length of stay for a patient during a hospital encounter, ranging from 1 to 14 days in this dataset. It serves as a proxy for illness severity and resource utilization, with longer stays typically indicating more complex or severe cases</a:t>
            </a:r>
            <a:r>
              <a:rPr lang="en-US" sz="1200" dirty="0"/>
              <a:t>.</a:t>
            </a:r>
            <a:endParaRPr lang="en-IN"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IN" sz="12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46270642-5083-2C2C-C500-2BFF1BA6FFBE}"/>
              </a:ext>
            </a:extLst>
          </p:cNvPr>
          <p:cNvPicPr>
            <a:picLocks noChangeAspect="1"/>
          </p:cNvPicPr>
          <p:nvPr/>
        </p:nvPicPr>
        <p:blipFill>
          <a:blip r:embed="rId4"/>
          <a:stretch>
            <a:fillRect/>
          </a:stretch>
        </p:blipFill>
        <p:spPr>
          <a:xfrm>
            <a:off x="3922238" y="764123"/>
            <a:ext cx="4652685" cy="1364286"/>
          </a:xfrm>
          <a:prstGeom prst="rect">
            <a:avLst/>
          </a:prstGeom>
        </p:spPr>
      </p:pic>
      <p:pic>
        <p:nvPicPr>
          <p:cNvPr id="7" name="Picture 6">
            <a:extLst>
              <a:ext uri="{FF2B5EF4-FFF2-40B4-BE49-F238E27FC236}">
                <a16:creationId xmlns:a16="http://schemas.microsoft.com/office/drawing/2014/main" id="{E67FB9BE-DB53-FBA6-EDF2-B86FAE8F9811}"/>
              </a:ext>
            </a:extLst>
          </p:cNvPr>
          <p:cNvPicPr>
            <a:picLocks noChangeAspect="1"/>
          </p:cNvPicPr>
          <p:nvPr/>
        </p:nvPicPr>
        <p:blipFill>
          <a:blip r:embed="rId5"/>
          <a:stretch>
            <a:fillRect/>
          </a:stretch>
        </p:blipFill>
        <p:spPr>
          <a:xfrm>
            <a:off x="3922238" y="2902049"/>
            <a:ext cx="4773520" cy="1399718"/>
          </a:xfrm>
          <a:prstGeom prst="rect">
            <a:avLst/>
          </a:prstGeom>
        </p:spPr>
      </p:pic>
    </p:spTree>
    <p:extLst>
      <p:ext uri="{BB962C8B-B14F-4D97-AF65-F5344CB8AC3E}">
        <p14:creationId xmlns:p14="http://schemas.microsoft.com/office/powerpoint/2010/main" val="199823388"/>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DE9775A-F227-3E74-7CD3-A5BE23F2745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AF8019B-D7F1-D225-1E31-3048A27C83A5}"/>
              </a:ext>
            </a:extLst>
          </p:cNvPr>
          <p:cNvPicPr>
            <a:picLocks noChangeAspect="1"/>
          </p:cNvPicPr>
          <p:nvPr/>
        </p:nvPicPr>
        <p:blipFill>
          <a:blip r:embed="rId3"/>
          <a:stretch>
            <a:fillRect/>
          </a:stretch>
        </p:blipFill>
        <p:spPr>
          <a:xfrm>
            <a:off x="1860550" y="816317"/>
            <a:ext cx="6378236" cy="3864460"/>
          </a:xfrm>
          <a:prstGeom prst="rect">
            <a:avLst/>
          </a:prstGeom>
        </p:spPr>
      </p:pic>
      <p:sp>
        <p:nvSpPr>
          <p:cNvPr id="3" name="Title 13">
            <a:extLst>
              <a:ext uri="{FF2B5EF4-FFF2-40B4-BE49-F238E27FC236}">
                <a16:creationId xmlns:a16="http://schemas.microsoft.com/office/drawing/2014/main" id="{A1C24E47-48C0-D44A-9451-41C6767C1DCA}"/>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 – Clinical Utilization and Severity Indicators</a:t>
            </a:r>
          </a:p>
        </p:txBody>
      </p:sp>
    </p:spTree>
    <p:extLst>
      <p:ext uri="{BB962C8B-B14F-4D97-AF65-F5344CB8AC3E}">
        <p14:creationId xmlns:p14="http://schemas.microsoft.com/office/powerpoint/2010/main" val="324992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EA908B-911C-4D66-5A1E-23001F462A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4834AB-0ACB-A95F-81D7-93D211E8699C}"/>
              </a:ext>
            </a:extLst>
          </p:cNvPr>
          <p:cNvPicPr>
            <a:picLocks noChangeAspect="1"/>
          </p:cNvPicPr>
          <p:nvPr/>
        </p:nvPicPr>
        <p:blipFill>
          <a:blip r:embed="rId3"/>
          <a:stretch>
            <a:fillRect/>
          </a:stretch>
        </p:blipFill>
        <p:spPr>
          <a:xfrm>
            <a:off x="1146550" y="149510"/>
            <a:ext cx="6664144" cy="4587589"/>
          </a:xfrm>
          <a:prstGeom prst="rect">
            <a:avLst/>
          </a:prstGeom>
        </p:spPr>
      </p:pic>
      <p:sp>
        <p:nvSpPr>
          <p:cNvPr id="2" name="Title 13">
            <a:extLst>
              <a:ext uri="{FF2B5EF4-FFF2-40B4-BE49-F238E27FC236}">
                <a16:creationId xmlns:a16="http://schemas.microsoft.com/office/drawing/2014/main" id="{5F54754A-93FD-2184-93D6-66F28DE2FA02}"/>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Tree>
    <p:extLst>
      <p:ext uri="{BB962C8B-B14F-4D97-AF65-F5344CB8AC3E}">
        <p14:creationId xmlns:p14="http://schemas.microsoft.com/office/powerpoint/2010/main" val="317843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9DB16CA0-F917-24E3-7226-ADF8B578A2A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46B8925-525C-3592-92CB-544062D38FA2}"/>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1C824740-9BFF-9DAE-C75D-E2E227535F15}"/>
              </a:ext>
            </a:extLst>
          </p:cNvPr>
          <p:cNvSpPr txBox="1"/>
          <p:nvPr/>
        </p:nvSpPr>
        <p:spPr>
          <a:xfrm>
            <a:off x="279052" y="1147723"/>
            <a:ext cx="3647485" cy="2677656"/>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Diabetes Management Variables</a:t>
            </a:r>
            <a:r>
              <a:rPr lang="en-US" sz="1200" dirty="0">
                <a:latin typeface="Calibri" panose="020F0502020204030204" pitchFamily="34" charset="0"/>
                <a:ea typeface="Calibri" panose="020F0502020204030204" pitchFamily="34" charset="0"/>
                <a:cs typeface="Calibri" panose="020F0502020204030204" pitchFamily="34" charset="0"/>
              </a:rPr>
              <a:t>. These variables these variables relate to diabetes status, glucose control, and treatment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Insulin </a:t>
            </a:r>
            <a:r>
              <a:rPr lang="en-US" sz="1200" dirty="0">
                <a:latin typeface="Calibri" panose="020F0502020204030204" pitchFamily="34" charset="0"/>
                <a:ea typeface="Calibri" panose="020F0502020204030204" pitchFamily="34" charset="0"/>
                <a:cs typeface="Calibri" panose="020F0502020204030204" pitchFamily="34" charset="0"/>
              </a:rPr>
              <a:t>indicates whether insulin therapy was administered or adjusted during the hospital stay. It reflects treatment intensity and clinical response to the patient’s condition.</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A1C result </a:t>
            </a:r>
            <a:r>
              <a:rPr lang="en-US" sz="1200" dirty="0">
                <a:latin typeface="Calibri" panose="020F0502020204030204" pitchFamily="34" charset="0"/>
                <a:ea typeface="Calibri" panose="020F0502020204030204" pitchFamily="34" charset="0"/>
                <a:cs typeface="Calibri" panose="020F0502020204030204" pitchFamily="34" charset="0"/>
              </a:rPr>
              <a:t>represents the patient’s average blood glucose level over the past 2–3 months, categorized into clinical ranges. It serves as an indicator of long-term diabetes control and overall disease management.</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B1F6F88-8B9B-8DFD-6791-A3105DCE92BF}"/>
              </a:ext>
            </a:extLst>
          </p:cNvPr>
          <p:cNvPicPr>
            <a:picLocks noChangeAspect="1"/>
          </p:cNvPicPr>
          <p:nvPr/>
        </p:nvPicPr>
        <p:blipFill>
          <a:blip r:embed="rId4"/>
          <a:stretch>
            <a:fillRect/>
          </a:stretch>
        </p:blipFill>
        <p:spPr>
          <a:xfrm>
            <a:off x="3992372" y="48151"/>
            <a:ext cx="2733246" cy="2538514"/>
          </a:xfrm>
          <a:prstGeom prst="rect">
            <a:avLst/>
          </a:prstGeom>
        </p:spPr>
      </p:pic>
      <p:pic>
        <p:nvPicPr>
          <p:cNvPr id="5" name="Picture 4">
            <a:extLst>
              <a:ext uri="{FF2B5EF4-FFF2-40B4-BE49-F238E27FC236}">
                <a16:creationId xmlns:a16="http://schemas.microsoft.com/office/drawing/2014/main" id="{2AE18376-C5A6-0451-8F36-60A0E610B903}"/>
              </a:ext>
            </a:extLst>
          </p:cNvPr>
          <p:cNvPicPr>
            <a:picLocks noChangeAspect="1"/>
          </p:cNvPicPr>
          <p:nvPr/>
        </p:nvPicPr>
        <p:blipFill>
          <a:blip r:embed="rId5"/>
          <a:stretch>
            <a:fillRect/>
          </a:stretch>
        </p:blipFill>
        <p:spPr>
          <a:xfrm>
            <a:off x="6045357" y="2405304"/>
            <a:ext cx="2733246" cy="2449828"/>
          </a:xfrm>
          <a:prstGeom prst="rect">
            <a:avLst/>
          </a:prstGeom>
        </p:spPr>
      </p:pic>
    </p:spTree>
    <p:extLst>
      <p:ext uri="{BB962C8B-B14F-4D97-AF65-F5344CB8AC3E}">
        <p14:creationId xmlns:p14="http://schemas.microsoft.com/office/powerpoint/2010/main" val="1408280436"/>
      </p:ext>
    </p:extLst>
  </p:cSld>
  <p:clrMapOvr>
    <a:overrideClrMapping bg1="lt1" tx1="dk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6DE918F2-520F-6A2E-1697-9DCBFA043B6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E443447-9512-F286-85E7-0223CFDFA69A}"/>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AE9EB7E7-EF30-E8AD-B0B6-383A56CEFF1D}"/>
              </a:ext>
            </a:extLst>
          </p:cNvPr>
          <p:cNvSpPr txBox="1"/>
          <p:nvPr/>
        </p:nvSpPr>
        <p:spPr>
          <a:xfrm>
            <a:off x="279052" y="1147723"/>
            <a:ext cx="4197698" cy="3416320"/>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Diabetes Management Variables</a:t>
            </a:r>
            <a:r>
              <a:rPr lang="en-US" sz="1200" dirty="0">
                <a:latin typeface="Calibri" panose="020F0502020204030204" pitchFamily="34" charset="0"/>
                <a:ea typeface="Calibri" panose="020F0502020204030204" pitchFamily="34" charset="0"/>
                <a:cs typeface="Calibri" panose="020F0502020204030204" pitchFamily="34" charset="0"/>
              </a:rPr>
              <a:t>. These variables these variables relate to diabetes status, glucose control, and treatment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Change</a:t>
            </a:r>
            <a:r>
              <a:rPr lang="en-US" sz="1200" dirty="0">
                <a:latin typeface="Calibri" panose="020F0502020204030204" pitchFamily="34" charset="0"/>
                <a:ea typeface="Calibri" panose="020F0502020204030204" pitchFamily="34" charset="0"/>
                <a:cs typeface="Calibri" panose="020F0502020204030204" pitchFamily="34" charset="0"/>
              </a:rPr>
              <a:t> denotes whether there was any modification in the patient’s medication regimen during the encounter. It captures treatment adjustments that may influence patient outcomes and readmission risk.</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Diabetes medication </a:t>
            </a:r>
            <a:r>
              <a:rPr lang="en-US" sz="1200" dirty="0">
                <a:latin typeface="Calibri" panose="020F0502020204030204" pitchFamily="34" charset="0"/>
                <a:ea typeface="Calibri" panose="020F0502020204030204" pitchFamily="34" charset="0"/>
                <a:cs typeface="Calibri" panose="020F0502020204030204" pitchFamily="34" charset="0"/>
              </a:rPr>
              <a:t>indicates whether the patient was prescribed any diabetes-related medication. It serves as a general indicator of ongoing disease management.</a:t>
            </a:r>
          </a:p>
          <a:p>
            <a:pPr marL="171450" indent="-171450">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b="1" dirty="0">
                <a:latin typeface="Calibri" panose="020F0502020204030204" pitchFamily="34" charset="0"/>
                <a:ea typeface="Calibri" panose="020F0502020204030204" pitchFamily="34" charset="0"/>
                <a:cs typeface="Calibri" panose="020F0502020204030204" pitchFamily="34" charset="0"/>
              </a:rPr>
              <a:t>Max glucose serum </a:t>
            </a:r>
            <a:r>
              <a:rPr lang="en-US" sz="1200" dirty="0">
                <a:latin typeface="Calibri" panose="020F0502020204030204" pitchFamily="34" charset="0"/>
                <a:ea typeface="Calibri" panose="020F0502020204030204" pitchFamily="34" charset="0"/>
                <a:cs typeface="Calibri" panose="020F0502020204030204" pitchFamily="34" charset="0"/>
              </a:rPr>
              <a:t>indicates the highest recorded blood glucose level during the encounter, categorized into ranges or “None.” It reflects short-term glycemic control and can signal acute severity of the patient’s condition</a:t>
            </a:r>
            <a:r>
              <a:rPr lang="en-US" sz="1200"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IN" sz="12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112A2FD4-A70E-008F-688D-E2F421FE62D1}"/>
              </a:ext>
            </a:extLst>
          </p:cNvPr>
          <p:cNvPicPr>
            <a:picLocks noChangeAspect="1"/>
          </p:cNvPicPr>
          <p:nvPr/>
        </p:nvPicPr>
        <p:blipFill>
          <a:blip r:embed="rId4"/>
          <a:stretch>
            <a:fillRect/>
          </a:stretch>
        </p:blipFill>
        <p:spPr>
          <a:xfrm>
            <a:off x="6406759" y="2791381"/>
            <a:ext cx="2315813" cy="2246257"/>
          </a:xfrm>
          <a:prstGeom prst="rect">
            <a:avLst/>
          </a:prstGeom>
        </p:spPr>
      </p:pic>
      <p:pic>
        <p:nvPicPr>
          <p:cNvPr id="8" name="Picture 7">
            <a:extLst>
              <a:ext uri="{FF2B5EF4-FFF2-40B4-BE49-F238E27FC236}">
                <a16:creationId xmlns:a16="http://schemas.microsoft.com/office/drawing/2014/main" id="{C9334142-DB04-5807-9B21-3DD1311C089F}"/>
              </a:ext>
            </a:extLst>
          </p:cNvPr>
          <p:cNvPicPr>
            <a:picLocks noChangeAspect="1"/>
          </p:cNvPicPr>
          <p:nvPr/>
        </p:nvPicPr>
        <p:blipFill>
          <a:blip r:embed="rId5"/>
          <a:stretch>
            <a:fillRect/>
          </a:stretch>
        </p:blipFill>
        <p:spPr>
          <a:xfrm>
            <a:off x="4249209" y="503632"/>
            <a:ext cx="1624541" cy="2136493"/>
          </a:xfrm>
          <a:prstGeom prst="rect">
            <a:avLst/>
          </a:prstGeom>
        </p:spPr>
      </p:pic>
      <p:pic>
        <p:nvPicPr>
          <p:cNvPr id="9" name="Picture 8">
            <a:extLst>
              <a:ext uri="{FF2B5EF4-FFF2-40B4-BE49-F238E27FC236}">
                <a16:creationId xmlns:a16="http://schemas.microsoft.com/office/drawing/2014/main" id="{EF9BF1F2-73D8-D217-C2AB-86BA1588AA95}"/>
              </a:ext>
            </a:extLst>
          </p:cNvPr>
          <p:cNvPicPr>
            <a:picLocks noChangeAspect="1"/>
          </p:cNvPicPr>
          <p:nvPr/>
        </p:nvPicPr>
        <p:blipFill>
          <a:blip r:embed="rId6"/>
          <a:stretch>
            <a:fillRect/>
          </a:stretch>
        </p:blipFill>
        <p:spPr>
          <a:xfrm>
            <a:off x="6307892" y="576375"/>
            <a:ext cx="1594005" cy="2063750"/>
          </a:xfrm>
          <a:prstGeom prst="rect">
            <a:avLst/>
          </a:prstGeom>
        </p:spPr>
      </p:pic>
    </p:spTree>
    <p:extLst>
      <p:ext uri="{BB962C8B-B14F-4D97-AF65-F5344CB8AC3E}">
        <p14:creationId xmlns:p14="http://schemas.microsoft.com/office/powerpoint/2010/main" val="2821450276"/>
      </p:ext>
    </p:extLst>
  </p:cSld>
  <p:clrMapOvr>
    <a:overrideClrMapping bg1="lt1" tx1="dk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7B3C4E9-2D70-121E-4C46-96231B764906}"/>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8CAD5169-E116-0C76-C395-1D2198F1C45C}"/>
              </a:ext>
            </a:extLst>
          </p:cNvPr>
          <p:cNvPicPr>
            <a:picLocks noChangeAspect="1"/>
          </p:cNvPicPr>
          <p:nvPr/>
        </p:nvPicPr>
        <p:blipFill>
          <a:blip r:embed="rId3"/>
          <a:stretch>
            <a:fillRect/>
          </a:stretch>
        </p:blipFill>
        <p:spPr>
          <a:xfrm>
            <a:off x="3604940" y="861068"/>
            <a:ext cx="4671142" cy="3916934"/>
          </a:xfrm>
          <a:prstGeom prst="rect">
            <a:avLst/>
          </a:prstGeom>
        </p:spPr>
      </p:pic>
      <p:sp>
        <p:nvSpPr>
          <p:cNvPr id="2" name="Title 13">
            <a:extLst>
              <a:ext uri="{FF2B5EF4-FFF2-40B4-BE49-F238E27FC236}">
                <a16:creationId xmlns:a16="http://schemas.microsoft.com/office/drawing/2014/main" id="{B57053F2-4248-A3D3-A96B-29CB87086443}"/>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 – Diabetes Management Variables</a:t>
            </a:r>
          </a:p>
        </p:txBody>
      </p:sp>
    </p:spTree>
    <p:extLst>
      <p:ext uri="{BB962C8B-B14F-4D97-AF65-F5344CB8AC3E}">
        <p14:creationId xmlns:p14="http://schemas.microsoft.com/office/powerpoint/2010/main" val="703720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55F3F484-F73C-FBC1-CEF0-9F43E119E3F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560EA7F-FB66-96F3-5C94-F9FFB3AE23D8}"/>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a:t>
            </a:r>
          </a:p>
        </p:txBody>
      </p:sp>
      <p:sp>
        <p:nvSpPr>
          <p:cNvPr id="4" name="TextBox 3">
            <a:extLst>
              <a:ext uri="{FF2B5EF4-FFF2-40B4-BE49-F238E27FC236}">
                <a16:creationId xmlns:a16="http://schemas.microsoft.com/office/drawing/2014/main" id="{900EA502-1840-145B-88C9-8B80B084EE5D}"/>
              </a:ext>
            </a:extLst>
          </p:cNvPr>
          <p:cNvSpPr txBox="1"/>
          <p:nvPr/>
        </p:nvSpPr>
        <p:spPr>
          <a:xfrm>
            <a:off x="296151" y="1952985"/>
            <a:ext cx="3981644" cy="784830"/>
          </a:xfrm>
          <a:prstGeom prst="rect">
            <a:avLst/>
          </a:prstGeom>
          <a:noFill/>
        </p:spPr>
        <p:txBody>
          <a:bodyPr wrap="square" rtlCol="0">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Age. </a:t>
            </a:r>
            <a:r>
              <a:rPr lang="en-US" sz="1100" dirty="0">
                <a:latin typeface="Calibri" panose="020F0502020204030204" pitchFamily="34" charset="0"/>
                <a:ea typeface="Calibri" panose="020F0502020204030204" pitchFamily="34" charset="0"/>
                <a:cs typeface="Calibri" panose="020F0502020204030204" pitchFamily="34" charset="0"/>
              </a:rPr>
              <a:t>The age variable is recorded in predefined categorical ranges (e.g., [0–10), [10–20), … [90–100)), rather than exact values. This representation reflects common healthcare data practices where patient age is grouped to preserve privacy</a:t>
            </a:r>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F17A195C-B852-6AEB-C92A-1A490A53D858}"/>
              </a:ext>
            </a:extLst>
          </p:cNvPr>
          <p:cNvPicPr>
            <a:picLocks noChangeAspect="1"/>
          </p:cNvPicPr>
          <p:nvPr/>
        </p:nvPicPr>
        <p:blipFill>
          <a:blip r:embed="rId4"/>
          <a:stretch>
            <a:fillRect/>
          </a:stretch>
        </p:blipFill>
        <p:spPr>
          <a:xfrm>
            <a:off x="707828" y="2712465"/>
            <a:ext cx="2359395" cy="2431036"/>
          </a:xfrm>
          <a:prstGeom prst="rect">
            <a:avLst/>
          </a:prstGeom>
        </p:spPr>
      </p:pic>
      <p:pic>
        <p:nvPicPr>
          <p:cNvPr id="5" name="Picture 4">
            <a:extLst>
              <a:ext uri="{FF2B5EF4-FFF2-40B4-BE49-F238E27FC236}">
                <a16:creationId xmlns:a16="http://schemas.microsoft.com/office/drawing/2014/main" id="{A066A10D-B8FC-93B6-796B-6C01C2FE7916}"/>
              </a:ext>
            </a:extLst>
          </p:cNvPr>
          <p:cNvPicPr>
            <a:picLocks noChangeAspect="1"/>
          </p:cNvPicPr>
          <p:nvPr/>
        </p:nvPicPr>
        <p:blipFill>
          <a:blip r:embed="rId5"/>
          <a:stretch>
            <a:fillRect/>
          </a:stretch>
        </p:blipFill>
        <p:spPr>
          <a:xfrm>
            <a:off x="4277795" y="1611841"/>
            <a:ext cx="4380463" cy="2222404"/>
          </a:xfrm>
          <a:prstGeom prst="rect">
            <a:avLst/>
          </a:prstGeom>
        </p:spPr>
      </p:pic>
      <p:sp>
        <p:nvSpPr>
          <p:cNvPr id="8" name="TextBox 7">
            <a:extLst>
              <a:ext uri="{FF2B5EF4-FFF2-40B4-BE49-F238E27FC236}">
                <a16:creationId xmlns:a16="http://schemas.microsoft.com/office/drawing/2014/main" id="{3F1C3760-E05F-5B38-744E-B09C4C366B14}"/>
              </a:ext>
            </a:extLst>
          </p:cNvPr>
          <p:cNvSpPr txBox="1"/>
          <p:nvPr/>
        </p:nvSpPr>
        <p:spPr>
          <a:xfrm>
            <a:off x="3495300" y="3939969"/>
            <a:ext cx="5162958" cy="784830"/>
          </a:xfrm>
          <a:prstGeom prst="rect">
            <a:avLst/>
          </a:prstGeom>
          <a:noFill/>
        </p:spPr>
        <p:txBody>
          <a:bodyPr wrap="square">
            <a:spAutoFit/>
          </a:bodyPr>
          <a:lstStyle/>
          <a:p>
            <a:r>
              <a:rPr lang="en-IN" sz="1200" b="1" dirty="0">
                <a:latin typeface="Calibri" panose="020F0502020204030204" pitchFamily="34" charset="0"/>
                <a:ea typeface="Calibri" panose="020F0502020204030204" pitchFamily="34" charset="0"/>
                <a:cs typeface="Calibri" panose="020F0502020204030204" pitchFamily="34" charset="0"/>
              </a:rPr>
              <a:t>Race. </a:t>
            </a:r>
            <a:r>
              <a:rPr lang="en-IN" sz="1100" dirty="0">
                <a:latin typeface="Calibri" panose="020F0502020204030204" pitchFamily="34" charset="0"/>
                <a:ea typeface="Calibri" panose="020F0502020204030204" pitchFamily="34" charset="0"/>
                <a:cs typeface="Calibri" panose="020F0502020204030204" pitchFamily="34" charset="0"/>
              </a:rPr>
              <a:t>The race variable includes multiple categories such as Caucasian (75%), African American (19%), Hispanic (2%), Asian (0.6%) and Other (1.5%) as shown in Figure 5. It captures patient ethnicity information relevant to analyze disparities in healthcare outcomes and model performance. </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038113A0-58F8-FEED-02C5-28291D80725C}"/>
              </a:ext>
            </a:extLst>
          </p:cNvPr>
          <p:cNvSpPr txBox="1"/>
          <p:nvPr/>
        </p:nvSpPr>
        <p:spPr>
          <a:xfrm>
            <a:off x="3976486" y="721287"/>
            <a:ext cx="4806363" cy="784830"/>
          </a:xfrm>
          <a:prstGeom prst="rect">
            <a:avLst/>
          </a:prstGeom>
          <a:noFill/>
        </p:spPr>
        <p:txBody>
          <a:bodyPr wrap="square">
            <a:spAutoFit/>
          </a:bodyPr>
          <a:lstStyle/>
          <a:p>
            <a:r>
              <a:rPr lang="en-US" sz="1200" b="1" dirty="0">
                <a:latin typeface="Calibri" panose="020F0502020204030204" pitchFamily="34" charset="0"/>
                <a:ea typeface="Calibri" panose="020F0502020204030204" pitchFamily="34" charset="0"/>
                <a:cs typeface="Calibri" panose="020F0502020204030204" pitchFamily="34" charset="0"/>
              </a:rPr>
              <a:t>Gender</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100" dirty="0">
                <a:latin typeface="Calibri" panose="020F0502020204030204" pitchFamily="34" charset="0"/>
                <a:ea typeface="Calibri" panose="020F0502020204030204" pitchFamily="34" charset="0"/>
                <a:cs typeface="Calibri" panose="020F0502020204030204" pitchFamily="34" charset="0"/>
              </a:rPr>
              <a:t>The gender variable consists of two categories - Male and Female. It is one of the key demographic attributes to assess whether the predictive models exhibit differences in performance across gender groups, particularly in identifying high-risk patients. </a:t>
            </a:r>
          </a:p>
        </p:txBody>
      </p:sp>
      <p:pic>
        <p:nvPicPr>
          <p:cNvPr id="12" name="Picture 11">
            <a:extLst>
              <a:ext uri="{FF2B5EF4-FFF2-40B4-BE49-F238E27FC236}">
                <a16:creationId xmlns:a16="http://schemas.microsoft.com/office/drawing/2014/main" id="{4F352000-35C1-948B-031B-74AA458065FC}"/>
              </a:ext>
            </a:extLst>
          </p:cNvPr>
          <p:cNvPicPr>
            <a:picLocks noChangeAspect="1"/>
          </p:cNvPicPr>
          <p:nvPr/>
        </p:nvPicPr>
        <p:blipFill>
          <a:blip r:embed="rId6"/>
          <a:stretch>
            <a:fillRect/>
          </a:stretch>
        </p:blipFill>
        <p:spPr>
          <a:xfrm>
            <a:off x="1613647" y="171496"/>
            <a:ext cx="1881653" cy="1806839"/>
          </a:xfrm>
          <a:prstGeom prst="rect">
            <a:avLst/>
          </a:prstGeom>
        </p:spPr>
      </p:pic>
    </p:spTree>
    <p:extLst>
      <p:ext uri="{BB962C8B-B14F-4D97-AF65-F5344CB8AC3E}">
        <p14:creationId xmlns:p14="http://schemas.microsoft.com/office/powerpoint/2010/main" val="2830525712"/>
      </p:ext>
    </p:extLst>
  </p:cSld>
  <p:clrMapOvr>
    <a:overrideClrMapping bg1="lt1" tx1="dk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F8C145ED-6605-4A3C-C7AA-0A9D31615702}"/>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BF6992E-0C3F-A884-0EBA-4F20886686B2}"/>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EDA – Target Variable</a:t>
            </a:r>
          </a:p>
        </p:txBody>
      </p:sp>
      <p:sp>
        <p:nvSpPr>
          <p:cNvPr id="4" name="TextBox 3">
            <a:extLst>
              <a:ext uri="{FF2B5EF4-FFF2-40B4-BE49-F238E27FC236}">
                <a16:creationId xmlns:a16="http://schemas.microsoft.com/office/drawing/2014/main" id="{92D6630A-D6B5-62C4-7EFE-D64A05CDC65F}"/>
              </a:ext>
            </a:extLst>
          </p:cNvPr>
          <p:cNvSpPr txBox="1"/>
          <p:nvPr/>
        </p:nvSpPr>
        <p:spPr>
          <a:xfrm>
            <a:off x="296150" y="1817945"/>
            <a:ext cx="4199010" cy="1600438"/>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Readmitted is the target variables and it has 3 classes </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Not re-admitted (54%), </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readmitted after 30 days (35%)</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readmitted within 30 days (11%)</a:t>
            </a:r>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D2893110-D1E9-9E64-9C8E-5BCE1E8FD38B}"/>
              </a:ext>
            </a:extLst>
          </p:cNvPr>
          <p:cNvPicPr>
            <a:picLocks noChangeAspect="1"/>
          </p:cNvPicPr>
          <p:nvPr/>
        </p:nvPicPr>
        <p:blipFill>
          <a:blip r:embed="rId4"/>
          <a:stretch>
            <a:fillRect/>
          </a:stretch>
        </p:blipFill>
        <p:spPr>
          <a:xfrm>
            <a:off x="4866207" y="861068"/>
            <a:ext cx="3299858" cy="3712340"/>
          </a:xfrm>
          <a:prstGeom prst="rect">
            <a:avLst/>
          </a:prstGeom>
        </p:spPr>
      </p:pic>
    </p:spTree>
    <p:extLst>
      <p:ext uri="{BB962C8B-B14F-4D97-AF65-F5344CB8AC3E}">
        <p14:creationId xmlns:p14="http://schemas.microsoft.com/office/powerpoint/2010/main" val="671169737"/>
      </p:ext>
    </p:extLst>
  </p:cSld>
  <p:clrMapOvr>
    <a:overrideClrMapping bg1="lt1" tx1="dk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EE3A8EDF-6506-3F16-5EDC-A6349576A0B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A96CBA0-4012-BE6B-4431-4371A3A2F5DF}"/>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Feature Engineering</a:t>
            </a:r>
          </a:p>
        </p:txBody>
      </p:sp>
      <p:sp>
        <p:nvSpPr>
          <p:cNvPr id="4" name="TextBox 3">
            <a:extLst>
              <a:ext uri="{FF2B5EF4-FFF2-40B4-BE49-F238E27FC236}">
                <a16:creationId xmlns:a16="http://schemas.microsoft.com/office/drawing/2014/main" id="{FDB1522E-C4D0-370F-BB84-5752318FFA20}"/>
              </a:ext>
            </a:extLst>
          </p:cNvPr>
          <p:cNvSpPr txBox="1"/>
          <p:nvPr/>
        </p:nvSpPr>
        <p:spPr>
          <a:xfrm>
            <a:off x="296150" y="1817945"/>
            <a:ext cx="4199010" cy="1600438"/>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Target Encoding</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Encode into binary values for classification</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Not-readmitted -&gt; 0</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Readmitted after and within 30 days -&gt; 1</a:t>
            </a:r>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8FAF186B-668C-0716-6F78-59CBF6907C30}"/>
              </a:ext>
            </a:extLst>
          </p:cNvPr>
          <p:cNvPicPr>
            <a:picLocks noChangeAspect="1"/>
          </p:cNvPicPr>
          <p:nvPr/>
        </p:nvPicPr>
        <p:blipFill>
          <a:blip r:embed="rId4"/>
          <a:stretch>
            <a:fillRect/>
          </a:stretch>
        </p:blipFill>
        <p:spPr>
          <a:xfrm>
            <a:off x="3554522" y="346670"/>
            <a:ext cx="2405746" cy="2706464"/>
          </a:xfrm>
          <a:prstGeom prst="rect">
            <a:avLst/>
          </a:prstGeom>
        </p:spPr>
      </p:pic>
      <p:pic>
        <p:nvPicPr>
          <p:cNvPr id="5" name="Picture 4">
            <a:extLst>
              <a:ext uri="{FF2B5EF4-FFF2-40B4-BE49-F238E27FC236}">
                <a16:creationId xmlns:a16="http://schemas.microsoft.com/office/drawing/2014/main" id="{9AE0D81E-21CC-DA0B-D16B-B4B5212E8BD0}"/>
              </a:ext>
            </a:extLst>
          </p:cNvPr>
          <p:cNvPicPr>
            <a:picLocks noChangeAspect="1"/>
          </p:cNvPicPr>
          <p:nvPr/>
        </p:nvPicPr>
        <p:blipFill>
          <a:blip r:embed="rId5"/>
          <a:stretch>
            <a:fillRect/>
          </a:stretch>
        </p:blipFill>
        <p:spPr>
          <a:xfrm>
            <a:off x="6316826" y="1420215"/>
            <a:ext cx="2531024" cy="3265838"/>
          </a:xfrm>
          <a:prstGeom prst="rect">
            <a:avLst/>
          </a:prstGeom>
        </p:spPr>
      </p:pic>
      <p:sp>
        <p:nvSpPr>
          <p:cNvPr id="7" name="TextBox 6">
            <a:extLst>
              <a:ext uri="{FF2B5EF4-FFF2-40B4-BE49-F238E27FC236}">
                <a16:creationId xmlns:a16="http://schemas.microsoft.com/office/drawing/2014/main" id="{237861CD-8EF8-B47B-2EE5-9B602DBCB670}"/>
              </a:ext>
            </a:extLst>
          </p:cNvPr>
          <p:cNvSpPr txBox="1"/>
          <p:nvPr/>
        </p:nvSpPr>
        <p:spPr>
          <a:xfrm>
            <a:off x="356759" y="4067483"/>
            <a:ext cx="4572000" cy="307777"/>
          </a:xfrm>
          <a:prstGeom prst="rect">
            <a:avLst/>
          </a:prstGeom>
          <a:noFill/>
        </p:spPr>
        <p:txBody>
          <a:bodyPr wrap="square">
            <a:spAutoFit/>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New Variable – </a:t>
            </a:r>
            <a:r>
              <a:rPr lang="en-IN" b="1" dirty="0">
                <a:solidFill>
                  <a:srgbClr val="0000FF"/>
                </a:solidFill>
                <a:latin typeface="Calibri" panose="020F0502020204030204" pitchFamily="34" charset="0"/>
                <a:ea typeface="Calibri" panose="020F0502020204030204" pitchFamily="34" charset="0"/>
                <a:cs typeface="Calibri" panose="020F0502020204030204" pitchFamily="34" charset="0"/>
              </a:rPr>
              <a:t>readmitted_binary</a:t>
            </a:r>
          </a:p>
        </p:txBody>
      </p:sp>
    </p:spTree>
    <p:extLst>
      <p:ext uri="{BB962C8B-B14F-4D97-AF65-F5344CB8AC3E}">
        <p14:creationId xmlns:p14="http://schemas.microsoft.com/office/powerpoint/2010/main" val="1236884963"/>
      </p:ext>
    </p:extLst>
  </p:cSld>
  <p:clrMapOvr>
    <a:overrideClrMapping bg1="lt1" tx1="dk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3F1B8BBE-E411-9CBF-C7DA-C2457A3C8E6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C790DD0-60FF-78C2-B905-7D29A793C9FC}"/>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Feature Engineering</a:t>
            </a:r>
          </a:p>
        </p:txBody>
      </p:sp>
      <p:sp>
        <p:nvSpPr>
          <p:cNvPr id="4" name="TextBox 3">
            <a:extLst>
              <a:ext uri="{FF2B5EF4-FFF2-40B4-BE49-F238E27FC236}">
                <a16:creationId xmlns:a16="http://schemas.microsoft.com/office/drawing/2014/main" id="{4B508BB2-061F-F427-12EE-7C2EF0663463}"/>
              </a:ext>
            </a:extLst>
          </p:cNvPr>
          <p:cNvSpPr txBox="1"/>
          <p:nvPr/>
        </p:nvSpPr>
        <p:spPr>
          <a:xfrm>
            <a:off x="296150" y="1817945"/>
            <a:ext cx="4569976" cy="1815882"/>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Age Grouping</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Aggregate Age into 2 groups from multiple age brackets. This is to improve statistical power and simplify analysis</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Age </a:t>
            </a:r>
            <a:r>
              <a:rPr lang="en-IN" dirty="0" err="1">
                <a:latin typeface="Calibri" panose="020F0502020204030204" pitchFamily="34" charset="0"/>
                <a:ea typeface="Calibri" panose="020F0502020204030204" pitchFamily="34" charset="0"/>
                <a:cs typeface="Calibri" panose="020F0502020204030204" pitchFamily="34" charset="0"/>
              </a:rPr>
              <a:t>upto</a:t>
            </a:r>
            <a:r>
              <a:rPr lang="en-IN" dirty="0">
                <a:latin typeface="Calibri" panose="020F0502020204030204" pitchFamily="34" charset="0"/>
                <a:ea typeface="Calibri" panose="020F0502020204030204" pitchFamily="34" charset="0"/>
                <a:cs typeface="Calibri" panose="020F0502020204030204" pitchFamily="34" charset="0"/>
              </a:rPr>
              <a:t> 60 years (&lt;=60)</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Senior – Age above 60 years (&gt; 60)</a:t>
            </a:r>
            <a:endParaRPr lang="en-IN" sz="11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FC988250-5F56-B6DC-FC91-27EF96A4E220}"/>
              </a:ext>
            </a:extLst>
          </p:cNvPr>
          <p:cNvPicPr>
            <a:picLocks noChangeAspect="1"/>
          </p:cNvPicPr>
          <p:nvPr/>
        </p:nvPicPr>
        <p:blipFill>
          <a:blip r:embed="rId4"/>
          <a:stretch>
            <a:fillRect/>
          </a:stretch>
        </p:blipFill>
        <p:spPr>
          <a:xfrm>
            <a:off x="3478655" y="144015"/>
            <a:ext cx="3745329" cy="1900172"/>
          </a:xfrm>
          <a:prstGeom prst="rect">
            <a:avLst/>
          </a:prstGeom>
        </p:spPr>
      </p:pic>
      <p:pic>
        <p:nvPicPr>
          <p:cNvPr id="6" name="Picture 5">
            <a:extLst>
              <a:ext uri="{FF2B5EF4-FFF2-40B4-BE49-F238E27FC236}">
                <a16:creationId xmlns:a16="http://schemas.microsoft.com/office/drawing/2014/main" id="{5A41A40E-57FE-1EAB-D3DD-BCE3C78864B3}"/>
              </a:ext>
            </a:extLst>
          </p:cNvPr>
          <p:cNvPicPr>
            <a:picLocks noChangeAspect="1"/>
          </p:cNvPicPr>
          <p:nvPr/>
        </p:nvPicPr>
        <p:blipFill>
          <a:blip r:embed="rId5"/>
          <a:stretch>
            <a:fillRect/>
          </a:stretch>
        </p:blipFill>
        <p:spPr>
          <a:xfrm>
            <a:off x="6632318" y="1936376"/>
            <a:ext cx="2307740" cy="3106334"/>
          </a:xfrm>
          <a:prstGeom prst="rect">
            <a:avLst/>
          </a:prstGeom>
        </p:spPr>
      </p:pic>
      <p:sp>
        <p:nvSpPr>
          <p:cNvPr id="7" name="TextBox 6">
            <a:extLst>
              <a:ext uri="{FF2B5EF4-FFF2-40B4-BE49-F238E27FC236}">
                <a16:creationId xmlns:a16="http://schemas.microsoft.com/office/drawing/2014/main" id="{AD8FA635-C650-79A0-F339-92F754ADD8EF}"/>
              </a:ext>
            </a:extLst>
          </p:cNvPr>
          <p:cNvSpPr txBox="1"/>
          <p:nvPr/>
        </p:nvSpPr>
        <p:spPr>
          <a:xfrm>
            <a:off x="356759" y="4067483"/>
            <a:ext cx="4572000" cy="307777"/>
          </a:xfrm>
          <a:prstGeom prst="rect">
            <a:avLst/>
          </a:prstGeom>
          <a:noFill/>
        </p:spPr>
        <p:txBody>
          <a:bodyPr wrap="square">
            <a:spAutoFit/>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New Variable – </a:t>
            </a:r>
            <a:r>
              <a:rPr lang="en-IN" b="1" dirty="0" err="1">
                <a:solidFill>
                  <a:srgbClr val="0000FF"/>
                </a:solidFill>
                <a:latin typeface="Calibri" panose="020F0502020204030204" pitchFamily="34" charset="0"/>
                <a:ea typeface="Calibri" panose="020F0502020204030204" pitchFamily="34" charset="0"/>
                <a:cs typeface="Calibri" panose="020F0502020204030204" pitchFamily="34" charset="0"/>
              </a:rPr>
              <a:t>age_group</a:t>
            </a:r>
            <a:endParaRPr lang="en-IN"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0511267"/>
      </p:ext>
    </p:extLst>
  </p:cSld>
  <p:clrMapOvr>
    <a:overrideClrMapping bg1="lt1" tx1="dk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55C170E1-5924-E01F-9368-4FB109B1D632}"/>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FA9C401F-7DC7-574C-A9F0-30558EA66086}"/>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Feature Engineering</a:t>
            </a:r>
          </a:p>
        </p:txBody>
      </p:sp>
      <p:sp>
        <p:nvSpPr>
          <p:cNvPr id="4" name="TextBox 3">
            <a:extLst>
              <a:ext uri="{FF2B5EF4-FFF2-40B4-BE49-F238E27FC236}">
                <a16:creationId xmlns:a16="http://schemas.microsoft.com/office/drawing/2014/main" id="{E9BB3B2F-7816-430C-1B9B-F029B3760942}"/>
              </a:ext>
            </a:extLst>
          </p:cNvPr>
          <p:cNvSpPr txBox="1"/>
          <p:nvPr/>
        </p:nvSpPr>
        <p:spPr>
          <a:xfrm>
            <a:off x="296150" y="1637164"/>
            <a:ext cx="3953121" cy="2462213"/>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Race Consolidation </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Consolidate Race from 5 categories to 3 categories to ensure sufficient sample size per group</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Caucasian – same as original – 75%</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err="1">
                <a:latin typeface="Calibri" panose="020F0502020204030204" pitchFamily="34" charset="0"/>
                <a:ea typeface="Calibri" panose="020F0502020204030204" pitchFamily="34" charset="0"/>
                <a:cs typeface="Calibri" panose="020F0502020204030204" pitchFamily="34" charset="0"/>
              </a:rPr>
              <a:t>AfricanAmerican</a:t>
            </a:r>
            <a:r>
              <a:rPr lang="en-IN" dirty="0">
                <a:latin typeface="Calibri" panose="020F0502020204030204" pitchFamily="34" charset="0"/>
                <a:ea typeface="Calibri" panose="020F0502020204030204" pitchFamily="34" charset="0"/>
                <a:cs typeface="Calibri" panose="020F0502020204030204" pitchFamily="34" charset="0"/>
              </a:rPr>
              <a:t> – same as original – 19%</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Combine Hispanic, Asian and Other into Other-minority – 6 %</a:t>
            </a:r>
          </a:p>
        </p:txBody>
      </p:sp>
      <p:pic>
        <p:nvPicPr>
          <p:cNvPr id="5" name="Picture 4">
            <a:extLst>
              <a:ext uri="{FF2B5EF4-FFF2-40B4-BE49-F238E27FC236}">
                <a16:creationId xmlns:a16="http://schemas.microsoft.com/office/drawing/2014/main" id="{DA3B2E44-4A68-5212-63B6-AEB6AD2D7323}"/>
              </a:ext>
            </a:extLst>
          </p:cNvPr>
          <p:cNvPicPr>
            <a:picLocks noChangeAspect="1"/>
          </p:cNvPicPr>
          <p:nvPr/>
        </p:nvPicPr>
        <p:blipFill>
          <a:blip r:embed="rId4"/>
          <a:stretch>
            <a:fillRect/>
          </a:stretch>
        </p:blipFill>
        <p:spPr>
          <a:xfrm>
            <a:off x="6639005" y="1589208"/>
            <a:ext cx="2343468" cy="3445329"/>
          </a:xfrm>
          <a:prstGeom prst="rect">
            <a:avLst/>
          </a:prstGeom>
        </p:spPr>
      </p:pic>
      <p:pic>
        <p:nvPicPr>
          <p:cNvPr id="7" name="Picture 6">
            <a:extLst>
              <a:ext uri="{FF2B5EF4-FFF2-40B4-BE49-F238E27FC236}">
                <a16:creationId xmlns:a16="http://schemas.microsoft.com/office/drawing/2014/main" id="{80F65FB2-9CC9-D4F0-A2D2-36ECB2BC3E3E}"/>
              </a:ext>
            </a:extLst>
          </p:cNvPr>
          <p:cNvPicPr>
            <a:picLocks noChangeAspect="1"/>
          </p:cNvPicPr>
          <p:nvPr/>
        </p:nvPicPr>
        <p:blipFill>
          <a:blip r:embed="rId5"/>
          <a:stretch>
            <a:fillRect/>
          </a:stretch>
        </p:blipFill>
        <p:spPr>
          <a:xfrm>
            <a:off x="4188695" y="140713"/>
            <a:ext cx="2519466" cy="3023505"/>
          </a:xfrm>
          <a:prstGeom prst="rect">
            <a:avLst/>
          </a:prstGeom>
        </p:spPr>
      </p:pic>
      <p:sp>
        <p:nvSpPr>
          <p:cNvPr id="8" name="TextBox 7">
            <a:extLst>
              <a:ext uri="{FF2B5EF4-FFF2-40B4-BE49-F238E27FC236}">
                <a16:creationId xmlns:a16="http://schemas.microsoft.com/office/drawing/2014/main" id="{4422A961-AC67-89E9-9B10-BD2E9B1A74A4}"/>
              </a:ext>
            </a:extLst>
          </p:cNvPr>
          <p:cNvSpPr txBox="1"/>
          <p:nvPr/>
        </p:nvSpPr>
        <p:spPr>
          <a:xfrm>
            <a:off x="296150" y="4444000"/>
            <a:ext cx="4572000" cy="307777"/>
          </a:xfrm>
          <a:prstGeom prst="rect">
            <a:avLst/>
          </a:prstGeom>
          <a:noFill/>
        </p:spPr>
        <p:txBody>
          <a:bodyPr wrap="square">
            <a:spAutoFit/>
          </a:bodyPr>
          <a:lstStyle/>
          <a:p>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New Variable – </a:t>
            </a:r>
            <a:r>
              <a:rPr lang="en-IN" b="1" dirty="0" err="1">
                <a:solidFill>
                  <a:srgbClr val="0000FF"/>
                </a:solidFill>
                <a:latin typeface="Calibri" panose="020F0502020204030204" pitchFamily="34" charset="0"/>
                <a:ea typeface="Calibri" panose="020F0502020204030204" pitchFamily="34" charset="0"/>
                <a:cs typeface="Calibri" panose="020F0502020204030204" pitchFamily="34" charset="0"/>
              </a:rPr>
              <a:t>race_group</a:t>
            </a:r>
            <a:endParaRPr lang="en-IN"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3991451"/>
      </p:ext>
    </p:extLst>
  </p:cSld>
  <p:clrMapOvr>
    <a:overrideClrMapping bg1="lt1" tx1="dk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B97EB91F-9F7D-8256-8D9C-D8A52AE511F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1538BF5-5772-A1DF-4D05-188247AF6E29}"/>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Feature Engineering</a:t>
            </a:r>
          </a:p>
        </p:txBody>
      </p:sp>
      <p:sp>
        <p:nvSpPr>
          <p:cNvPr id="4" name="TextBox 3">
            <a:extLst>
              <a:ext uri="{FF2B5EF4-FFF2-40B4-BE49-F238E27FC236}">
                <a16:creationId xmlns:a16="http://schemas.microsoft.com/office/drawing/2014/main" id="{8C369A43-729A-047B-ADA2-EE8034BE6448}"/>
              </a:ext>
            </a:extLst>
          </p:cNvPr>
          <p:cNvSpPr txBox="1"/>
          <p:nvPr/>
        </p:nvSpPr>
        <p:spPr>
          <a:xfrm>
            <a:off x="296150" y="1339506"/>
            <a:ext cx="3953121" cy="954107"/>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One hot encoding of categorical variables</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Convert Categorical variables into one-hot encoded variables for model training</a:t>
            </a:r>
          </a:p>
        </p:txBody>
      </p:sp>
      <p:sp>
        <p:nvSpPr>
          <p:cNvPr id="2" name="TextBox 1">
            <a:extLst>
              <a:ext uri="{FF2B5EF4-FFF2-40B4-BE49-F238E27FC236}">
                <a16:creationId xmlns:a16="http://schemas.microsoft.com/office/drawing/2014/main" id="{44C40BCC-71BB-53AC-B910-D1A67D867A99}"/>
              </a:ext>
            </a:extLst>
          </p:cNvPr>
          <p:cNvSpPr txBox="1"/>
          <p:nvPr/>
        </p:nvSpPr>
        <p:spPr>
          <a:xfrm>
            <a:off x="296150" y="3213600"/>
            <a:ext cx="4391111" cy="954107"/>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Scaling of continuous variables</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Scale numeric variables (mean-centered and z-score) to </a:t>
            </a:r>
            <a:r>
              <a:rPr lang="en-US" dirty="0">
                <a:latin typeface="Calibri" panose="020F0502020204030204" pitchFamily="34" charset="0"/>
                <a:ea typeface="Calibri" panose="020F0502020204030204" pitchFamily="34" charset="0"/>
                <a:cs typeface="Calibri" panose="020F0502020204030204" pitchFamily="34" charset="0"/>
              </a:rPr>
              <a:t>Ensures stable model training and comparability</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DB21B86-4FB0-6108-DF06-1BD0C4E1ADD3}"/>
              </a:ext>
            </a:extLst>
          </p:cNvPr>
          <p:cNvPicPr>
            <a:picLocks noChangeAspect="1"/>
          </p:cNvPicPr>
          <p:nvPr/>
        </p:nvPicPr>
        <p:blipFill>
          <a:blip r:embed="rId4"/>
          <a:stretch>
            <a:fillRect/>
          </a:stretch>
        </p:blipFill>
        <p:spPr>
          <a:xfrm>
            <a:off x="4572000" y="2987496"/>
            <a:ext cx="4191000" cy="1614488"/>
          </a:xfrm>
          <a:prstGeom prst="rect">
            <a:avLst/>
          </a:prstGeom>
        </p:spPr>
      </p:pic>
      <p:pic>
        <p:nvPicPr>
          <p:cNvPr id="11" name="Picture 10">
            <a:extLst>
              <a:ext uri="{FF2B5EF4-FFF2-40B4-BE49-F238E27FC236}">
                <a16:creationId xmlns:a16="http://schemas.microsoft.com/office/drawing/2014/main" id="{95D816F3-22A8-6511-AA27-C0BA1D29DE24}"/>
              </a:ext>
            </a:extLst>
          </p:cNvPr>
          <p:cNvPicPr>
            <a:picLocks noChangeAspect="1"/>
          </p:cNvPicPr>
          <p:nvPr/>
        </p:nvPicPr>
        <p:blipFill>
          <a:blip r:embed="rId5"/>
          <a:stretch>
            <a:fillRect/>
          </a:stretch>
        </p:blipFill>
        <p:spPr>
          <a:xfrm>
            <a:off x="4149377" y="897586"/>
            <a:ext cx="4767629" cy="1864722"/>
          </a:xfrm>
          <a:prstGeom prst="rect">
            <a:avLst/>
          </a:prstGeom>
        </p:spPr>
      </p:pic>
    </p:spTree>
    <p:extLst>
      <p:ext uri="{BB962C8B-B14F-4D97-AF65-F5344CB8AC3E}">
        <p14:creationId xmlns:p14="http://schemas.microsoft.com/office/powerpoint/2010/main" val="3379820818"/>
      </p:ext>
    </p:extLst>
  </p:cSld>
  <p:clrMapOvr>
    <a:overrideClrMapping bg1="lt1" tx1="dk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5EB787FE-2DBB-63CF-F6B4-4EB976DA3D8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49255B1-FB16-3907-5A54-51162302987C}"/>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Modelling</a:t>
            </a:r>
          </a:p>
        </p:txBody>
      </p:sp>
      <p:sp>
        <p:nvSpPr>
          <p:cNvPr id="5" name="TextBox 4">
            <a:extLst>
              <a:ext uri="{FF2B5EF4-FFF2-40B4-BE49-F238E27FC236}">
                <a16:creationId xmlns:a16="http://schemas.microsoft.com/office/drawing/2014/main" id="{5A296E29-6C4B-6CED-FDAE-C126F74C4AA8}"/>
              </a:ext>
            </a:extLst>
          </p:cNvPr>
          <p:cNvSpPr txBox="1"/>
          <p:nvPr/>
        </p:nvSpPr>
        <p:spPr>
          <a:xfrm>
            <a:off x="232708" y="861068"/>
            <a:ext cx="8302599" cy="523220"/>
          </a:xfrm>
          <a:prstGeom prst="rect">
            <a:avLst/>
          </a:prstGeom>
          <a:noFill/>
        </p:spPr>
        <p:txBody>
          <a:bodyPr wrap="square">
            <a:spAutoFit/>
          </a:bodyPr>
          <a:lstStyle/>
          <a:p>
            <a:pPr>
              <a:buNone/>
            </a:pPr>
            <a:r>
              <a:rPr lang="en-IN" dirty="0">
                <a:effectLst/>
                <a:latin typeface="Calibri" panose="020F0502020204030204" pitchFamily="34" charset="0"/>
                <a:ea typeface="Calibri" panose="020F0502020204030204" pitchFamily="34" charset="0"/>
                <a:cs typeface="Calibri" panose="020F0502020204030204" pitchFamily="34" charset="0"/>
              </a:rPr>
              <a:t>Balance interpretability, robustness, and predictive capability while ensuring that bias analysis is not limited to a single modelling approach – 3 models used</a:t>
            </a:r>
          </a:p>
        </p:txBody>
      </p:sp>
      <p:sp>
        <p:nvSpPr>
          <p:cNvPr id="8" name="TextBox 7">
            <a:extLst>
              <a:ext uri="{FF2B5EF4-FFF2-40B4-BE49-F238E27FC236}">
                <a16:creationId xmlns:a16="http://schemas.microsoft.com/office/drawing/2014/main" id="{D5A433B5-5E86-3A5F-8AB4-5A140CD4CF1B}"/>
              </a:ext>
            </a:extLst>
          </p:cNvPr>
          <p:cNvSpPr txBox="1"/>
          <p:nvPr/>
        </p:nvSpPr>
        <p:spPr>
          <a:xfrm>
            <a:off x="257415" y="1457276"/>
            <a:ext cx="8141234" cy="844783"/>
          </a:xfrm>
          <a:prstGeom prst="rect">
            <a:avLst/>
          </a:prstGeom>
          <a:noFill/>
        </p:spPr>
        <p:txBody>
          <a:bodyPr wrap="square">
            <a:spAutoFit/>
          </a:bodyPr>
          <a:lstStyle/>
          <a:p>
            <a:pPr>
              <a:lnSpc>
                <a:spcPct val="110000"/>
              </a:lnSpc>
            </a:pPr>
            <a:r>
              <a:rPr lang="en-US" sz="1200" b="1" dirty="0">
                <a:latin typeface="Calibri" panose="020F0502020204030204" pitchFamily="34" charset="0"/>
                <a:ea typeface="Calibri" panose="020F0502020204030204" pitchFamily="34" charset="0"/>
                <a:cs typeface="Calibri" panose="020F0502020204030204" pitchFamily="34" charset="0"/>
              </a:rPr>
              <a:t>Logistic regression. Primary baseline model due to its simplicity, interpretability, and widespread use in healthcare analytics. </a:t>
            </a:r>
          </a:p>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Highly interpretable and widely accepted in healthcare</a:t>
            </a:r>
          </a:p>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Serves as a standard baseline for comparison</a:t>
            </a:r>
          </a:p>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Enables clear understanding of model behavior and bias</a:t>
            </a:r>
          </a:p>
        </p:txBody>
      </p:sp>
      <p:sp>
        <p:nvSpPr>
          <p:cNvPr id="12" name="TextBox 11">
            <a:extLst>
              <a:ext uri="{FF2B5EF4-FFF2-40B4-BE49-F238E27FC236}">
                <a16:creationId xmlns:a16="http://schemas.microsoft.com/office/drawing/2014/main" id="{03DFC702-1394-EF36-FFD6-8A77CB1BDC65}"/>
              </a:ext>
            </a:extLst>
          </p:cNvPr>
          <p:cNvSpPr txBox="1"/>
          <p:nvPr/>
        </p:nvSpPr>
        <p:spPr>
          <a:xfrm>
            <a:off x="257414" y="2390767"/>
            <a:ext cx="8302599" cy="1234120"/>
          </a:xfrm>
          <a:prstGeom prst="rect">
            <a:avLst/>
          </a:prstGeom>
          <a:noFill/>
        </p:spPr>
        <p:txBody>
          <a:bodyPr wrap="square">
            <a:spAutoFit/>
          </a:bodyPr>
          <a:lstStyle>
            <a:defPPr marR="0" lvl="0" algn="l" rtl="0">
              <a:lnSpc>
                <a:spcPct val="100000"/>
              </a:lnSpc>
              <a:spcBef>
                <a:spcPts val="0"/>
              </a:spcBef>
              <a:spcAft>
                <a:spcPts val="0"/>
              </a:spcAft>
            </a:defPPr>
            <a:lvl1pPr>
              <a:defRPr sz="1100">
                <a:latin typeface="Calibri" panose="020F0502020204030204" pitchFamily="34" charset="0"/>
                <a:ea typeface="Calibri" panose="020F0502020204030204" pitchFamily="34" charset="0"/>
                <a:cs typeface="Calibri" panose="020F0502020204030204" pitchFamily="34" charset="0"/>
              </a:defRPr>
            </a:lvl1pPr>
          </a:lstStyle>
          <a:p>
            <a:pPr>
              <a:lnSpc>
                <a:spcPct val="110000"/>
              </a:lnSpc>
            </a:pPr>
            <a:r>
              <a:rPr lang="en-US" sz="1200" b="1" dirty="0"/>
              <a:t>Random forest. Ensemble learning method that captures nonlinear relationships and feature interactions that may not be modeled by logistic regression.</a:t>
            </a:r>
          </a:p>
          <a:p>
            <a:pPr marL="171450" indent="-171450">
              <a:lnSpc>
                <a:spcPct val="110000"/>
              </a:lnSpc>
              <a:buFont typeface="Arial" panose="020B0604020202020204" pitchFamily="34" charset="0"/>
              <a:buChar char="•"/>
            </a:pPr>
            <a:r>
              <a:rPr lang="en-US" dirty="0"/>
              <a:t>Captures complex patterns in data</a:t>
            </a:r>
          </a:p>
          <a:p>
            <a:pPr marL="171450" indent="-171450">
              <a:lnSpc>
                <a:spcPct val="110000"/>
              </a:lnSpc>
              <a:buFont typeface="Arial" panose="020B0604020202020204" pitchFamily="34" charset="0"/>
              <a:buChar char="•"/>
            </a:pPr>
            <a:r>
              <a:rPr lang="en-US" dirty="0"/>
              <a:t>Provides robustness to noise and overfitting due to its bagging approach</a:t>
            </a:r>
          </a:p>
          <a:p>
            <a:pPr marL="171450" indent="-171450">
              <a:lnSpc>
                <a:spcPct val="110000"/>
              </a:lnSpc>
              <a:buFont typeface="Arial" panose="020B0604020202020204" pitchFamily="34" charset="0"/>
              <a:buChar char="•"/>
            </a:pPr>
            <a:r>
              <a:rPr lang="en-US" dirty="0"/>
              <a:t>Improved predictive performance with more flexible decision boundaries</a:t>
            </a:r>
          </a:p>
          <a:p>
            <a:pPr marL="171450" indent="-171450">
              <a:lnSpc>
                <a:spcPct val="110000"/>
              </a:lnSpc>
              <a:buFont typeface="Arial" panose="020B0604020202020204" pitchFamily="34" charset="0"/>
              <a:buChar char="•"/>
            </a:pPr>
            <a:r>
              <a:rPr lang="en-US" dirty="0"/>
              <a:t>Helps assess whether bias persists in nonlinear models</a:t>
            </a:r>
          </a:p>
        </p:txBody>
      </p:sp>
      <p:sp>
        <p:nvSpPr>
          <p:cNvPr id="15" name="TextBox 14">
            <a:extLst>
              <a:ext uri="{FF2B5EF4-FFF2-40B4-BE49-F238E27FC236}">
                <a16:creationId xmlns:a16="http://schemas.microsoft.com/office/drawing/2014/main" id="{9EB80928-2B84-1C74-8AFA-46BECA91F66B}"/>
              </a:ext>
            </a:extLst>
          </p:cNvPr>
          <p:cNvSpPr txBox="1"/>
          <p:nvPr/>
        </p:nvSpPr>
        <p:spPr>
          <a:xfrm>
            <a:off x="257413" y="3715545"/>
            <a:ext cx="8141235" cy="844783"/>
          </a:xfrm>
          <a:prstGeom prst="rect">
            <a:avLst/>
          </a:prstGeom>
          <a:noFill/>
        </p:spPr>
        <p:txBody>
          <a:bodyPr wrap="square">
            <a:spAutoFit/>
          </a:bodyPr>
          <a:lstStyle>
            <a:defPPr marR="0" lvl="0" algn="l" rtl="0">
              <a:lnSpc>
                <a:spcPct val="100000"/>
              </a:lnSpc>
              <a:spcBef>
                <a:spcPts val="0"/>
              </a:spcBef>
              <a:spcAft>
                <a:spcPts val="0"/>
              </a:spcAft>
              <a:defRPr/>
            </a:defPPr>
            <a:lvl1pPr>
              <a:defRPr sz="1100">
                <a:latin typeface="Calibri" panose="020F0502020204030204" pitchFamily="34" charset="0"/>
                <a:ea typeface="Calibri" panose="020F0502020204030204" pitchFamily="34" charset="0"/>
                <a:cs typeface="Calibri" panose="020F0502020204030204" pitchFamily="34" charset="0"/>
              </a:defRPr>
            </a:lvl1pPr>
          </a:lstStyle>
          <a:p>
            <a:pPr>
              <a:lnSpc>
                <a:spcPct val="110000"/>
              </a:lnSpc>
            </a:pPr>
            <a:r>
              <a:rPr lang="en-US" sz="1200" b="1" dirty="0"/>
              <a:t>Gradient Boosting. More advanced ensemble technique that builds models sequentially to improve prediction accuracy</a:t>
            </a:r>
          </a:p>
          <a:p>
            <a:pPr marL="171450" indent="-171450">
              <a:lnSpc>
                <a:spcPct val="110000"/>
              </a:lnSpc>
              <a:buFont typeface="Arial" panose="020B0604020202020204" pitchFamily="34" charset="0"/>
              <a:buChar char="•"/>
            </a:pPr>
            <a:r>
              <a:rPr lang="en-US" dirty="0"/>
              <a:t>Has high predictive capability</a:t>
            </a:r>
          </a:p>
          <a:p>
            <a:pPr marL="171450" indent="-171450">
              <a:lnSpc>
                <a:spcPct val="110000"/>
              </a:lnSpc>
              <a:buFont typeface="Arial" panose="020B0604020202020204" pitchFamily="34" charset="0"/>
              <a:buChar char="•"/>
            </a:pPr>
            <a:r>
              <a:rPr lang="en-US" dirty="0"/>
              <a:t>Models complex relationships effectively</a:t>
            </a:r>
          </a:p>
          <a:p>
            <a:pPr marL="171450" indent="-171450">
              <a:lnSpc>
                <a:spcPct val="110000"/>
              </a:lnSpc>
              <a:buFont typeface="Arial" panose="020B0604020202020204" pitchFamily="34" charset="0"/>
              <a:buChar char="•"/>
            </a:pPr>
            <a:r>
              <a:rPr lang="en-US" dirty="0"/>
              <a:t>Serves as a benchmark for performance-oriented models</a:t>
            </a:r>
          </a:p>
        </p:txBody>
      </p:sp>
    </p:spTree>
    <p:extLst>
      <p:ext uri="{BB962C8B-B14F-4D97-AF65-F5344CB8AC3E}">
        <p14:creationId xmlns:p14="http://schemas.microsoft.com/office/powerpoint/2010/main" val="3894957817"/>
      </p:ext>
    </p:extLst>
  </p:cSld>
  <p:clrMapOvr>
    <a:overrideClrMapping bg1="lt1" tx1="dk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015B79EF-DC4B-4EDE-AC20-DA115B6985BC}"/>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CDB6B16-9263-DFA7-622D-D24B5CF75420}"/>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Results – RQ1</a:t>
            </a:r>
          </a:p>
        </p:txBody>
      </p:sp>
      <p:pic>
        <p:nvPicPr>
          <p:cNvPr id="6" name="Picture 5">
            <a:extLst>
              <a:ext uri="{FF2B5EF4-FFF2-40B4-BE49-F238E27FC236}">
                <a16:creationId xmlns:a16="http://schemas.microsoft.com/office/drawing/2014/main" id="{426499DF-931A-8788-8AFC-9FE353B2003C}"/>
              </a:ext>
            </a:extLst>
          </p:cNvPr>
          <p:cNvPicPr>
            <a:picLocks noChangeAspect="1"/>
          </p:cNvPicPr>
          <p:nvPr/>
        </p:nvPicPr>
        <p:blipFill>
          <a:blip r:embed="rId4"/>
          <a:stretch>
            <a:fillRect/>
          </a:stretch>
        </p:blipFill>
        <p:spPr>
          <a:xfrm>
            <a:off x="360936" y="976399"/>
            <a:ext cx="2511441" cy="2450680"/>
          </a:xfrm>
          <a:prstGeom prst="rect">
            <a:avLst/>
          </a:prstGeom>
        </p:spPr>
      </p:pic>
      <p:pic>
        <p:nvPicPr>
          <p:cNvPr id="8" name="Picture 7">
            <a:extLst>
              <a:ext uri="{FF2B5EF4-FFF2-40B4-BE49-F238E27FC236}">
                <a16:creationId xmlns:a16="http://schemas.microsoft.com/office/drawing/2014/main" id="{2C3D137E-22EB-8123-A56F-06DF2EC1D712}"/>
              </a:ext>
            </a:extLst>
          </p:cNvPr>
          <p:cNvPicPr>
            <a:picLocks noChangeAspect="1"/>
          </p:cNvPicPr>
          <p:nvPr/>
        </p:nvPicPr>
        <p:blipFill>
          <a:blip r:embed="rId5"/>
          <a:stretch>
            <a:fillRect/>
          </a:stretch>
        </p:blipFill>
        <p:spPr>
          <a:xfrm>
            <a:off x="3254854" y="951287"/>
            <a:ext cx="2529718" cy="2629474"/>
          </a:xfrm>
          <a:prstGeom prst="rect">
            <a:avLst/>
          </a:prstGeom>
        </p:spPr>
      </p:pic>
      <p:pic>
        <p:nvPicPr>
          <p:cNvPr id="10" name="Picture 9">
            <a:extLst>
              <a:ext uri="{FF2B5EF4-FFF2-40B4-BE49-F238E27FC236}">
                <a16:creationId xmlns:a16="http://schemas.microsoft.com/office/drawing/2014/main" id="{4E4B24E1-B0CB-2122-72A7-E53FE24DAA40}"/>
              </a:ext>
            </a:extLst>
          </p:cNvPr>
          <p:cNvPicPr>
            <a:picLocks noChangeAspect="1"/>
          </p:cNvPicPr>
          <p:nvPr/>
        </p:nvPicPr>
        <p:blipFill>
          <a:blip r:embed="rId6"/>
          <a:stretch>
            <a:fillRect/>
          </a:stretch>
        </p:blipFill>
        <p:spPr>
          <a:xfrm>
            <a:off x="6167049" y="951287"/>
            <a:ext cx="2570565" cy="2568000"/>
          </a:xfrm>
          <a:prstGeom prst="rect">
            <a:avLst/>
          </a:prstGeom>
        </p:spPr>
      </p:pic>
      <p:sp>
        <p:nvSpPr>
          <p:cNvPr id="3" name="TextBox 2">
            <a:extLst>
              <a:ext uri="{FF2B5EF4-FFF2-40B4-BE49-F238E27FC236}">
                <a16:creationId xmlns:a16="http://schemas.microsoft.com/office/drawing/2014/main" id="{78E9CBE8-BFB8-A59B-FEBE-7112B87550E5}"/>
              </a:ext>
            </a:extLst>
          </p:cNvPr>
          <p:cNvSpPr txBox="1"/>
          <p:nvPr/>
        </p:nvSpPr>
        <p:spPr>
          <a:xfrm>
            <a:off x="2965920" y="292859"/>
            <a:ext cx="4572000" cy="462884"/>
          </a:xfrm>
          <a:prstGeom prst="rect">
            <a:avLst/>
          </a:prstGeom>
          <a:noFill/>
        </p:spPr>
        <p:txBody>
          <a:bodyPr wrap="square">
            <a:spAutoFit/>
          </a:bodyPr>
          <a:lstStyle/>
          <a:p>
            <a:pPr>
              <a:lnSpc>
                <a:spcPct val="200000"/>
              </a:lnSpc>
              <a:buNone/>
            </a:pPr>
            <a:r>
              <a:rPr lang="en-IN" sz="1400" b="1"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Performance Equity Across Demographic Groups</a:t>
            </a:r>
            <a:r>
              <a:rPr lang="en-IN"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F2057ED-87C7-E474-5C60-C7940AC4B751}"/>
              </a:ext>
            </a:extLst>
          </p:cNvPr>
          <p:cNvSpPr txBox="1"/>
          <p:nvPr/>
        </p:nvSpPr>
        <p:spPr>
          <a:xfrm>
            <a:off x="281453" y="3731827"/>
            <a:ext cx="8862547" cy="1216359"/>
          </a:xfrm>
          <a:prstGeom prst="rect">
            <a:avLst/>
          </a:prstGeom>
          <a:noFill/>
        </p:spPr>
        <p:txBody>
          <a:bodyPr wrap="square">
            <a:spAutoFit/>
          </a:bodyPr>
          <a:lstStyle/>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model accuracy does not differ significantly across gender groups, suggesting consistent performance between male and female patients. </a:t>
            </a:r>
          </a:p>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statistically significant differences were observed across race and age groups. </a:t>
            </a:r>
          </a:p>
          <a:p>
            <a:pPr marL="171450" indent="-171450">
              <a:lnSpc>
                <a:spcPct val="11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While the variation across race groups was modest, the model demonstrated  lower accuracy for older patients compared to younger patients. </a:t>
            </a:r>
          </a:p>
          <a:p>
            <a:endParaRPr lang="en-US" sz="11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These findings suggest potential disparities in model performance, particularly with respect to age, and highlight the need for further analysis using error-specific metrics such as false negative rates.</a:t>
            </a:r>
            <a:endParaRPr lang="en-IN" sz="12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5462003"/>
      </p:ext>
    </p:extLst>
  </p:cSld>
  <p:clrMapOvr>
    <a:overrideClrMapping bg1="lt1" tx1="dk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5AA44582-5C3E-20EB-4741-69C4AA05B19E}"/>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BB98FC3-B557-2B91-32F6-A41AF977B0D4}"/>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Results – RQ2</a:t>
            </a:r>
          </a:p>
        </p:txBody>
      </p:sp>
      <p:pic>
        <p:nvPicPr>
          <p:cNvPr id="3" name="Picture 2">
            <a:extLst>
              <a:ext uri="{FF2B5EF4-FFF2-40B4-BE49-F238E27FC236}">
                <a16:creationId xmlns:a16="http://schemas.microsoft.com/office/drawing/2014/main" id="{313B62B2-886D-9D58-A65B-20AE0ACCB248}"/>
              </a:ext>
            </a:extLst>
          </p:cNvPr>
          <p:cNvPicPr>
            <a:picLocks noChangeAspect="1"/>
          </p:cNvPicPr>
          <p:nvPr/>
        </p:nvPicPr>
        <p:blipFill>
          <a:blip r:embed="rId4"/>
          <a:stretch>
            <a:fillRect/>
          </a:stretch>
        </p:blipFill>
        <p:spPr>
          <a:xfrm>
            <a:off x="306314" y="845090"/>
            <a:ext cx="2774984" cy="2215115"/>
          </a:xfrm>
          <a:prstGeom prst="rect">
            <a:avLst/>
          </a:prstGeom>
        </p:spPr>
      </p:pic>
      <p:pic>
        <p:nvPicPr>
          <p:cNvPr id="5" name="Picture 4">
            <a:extLst>
              <a:ext uri="{FF2B5EF4-FFF2-40B4-BE49-F238E27FC236}">
                <a16:creationId xmlns:a16="http://schemas.microsoft.com/office/drawing/2014/main" id="{79EFF824-E12C-7B7A-14DD-5D545779BAB7}"/>
              </a:ext>
            </a:extLst>
          </p:cNvPr>
          <p:cNvPicPr>
            <a:picLocks noChangeAspect="1"/>
          </p:cNvPicPr>
          <p:nvPr/>
        </p:nvPicPr>
        <p:blipFill>
          <a:blip r:embed="rId5"/>
          <a:stretch>
            <a:fillRect/>
          </a:stretch>
        </p:blipFill>
        <p:spPr>
          <a:xfrm>
            <a:off x="6254803" y="845090"/>
            <a:ext cx="2713951" cy="2270319"/>
          </a:xfrm>
          <a:prstGeom prst="rect">
            <a:avLst/>
          </a:prstGeom>
        </p:spPr>
      </p:pic>
      <p:pic>
        <p:nvPicPr>
          <p:cNvPr id="9" name="Picture 8">
            <a:extLst>
              <a:ext uri="{FF2B5EF4-FFF2-40B4-BE49-F238E27FC236}">
                <a16:creationId xmlns:a16="http://schemas.microsoft.com/office/drawing/2014/main" id="{FD6EFDA0-BE35-CC85-D903-20554E30F61E}"/>
              </a:ext>
            </a:extLst>
          </p:cNvPr>
          <p:cNvPicPr>
            <a:picLocks noChangeAspect="1"/>
          </p:cNvPicPr>
          <p:nvPr/>
        </p:nvPicPr>
        <p:blipFill>
          <a:blip r:embed="rId6"/>
          <a:stretch>
            <a:fillRect/>
          </a:stretch>
        </p:blipFill>
        <p:spPr>
          <a:xfrm>
            <a:off x="3425174" y="845090"/>
            <a:ext cx="2637530" cy="2485950"/>
          </a:xfrm>
          <a:prstGeom prst="rect">
            <a:avLst/>
          </a:prstGeom>
        </p:spPr>
      </p:pic>
      <p:sp>
        <p:nvSpPr>
          <p:cNvPr id="4" name="TextBox 3">
            <a:extLst>
              <a:ext uri="{FF2B5EF4-FFF2-40B4-BE49-F238E27FC236}">
                <a16:creationId xmlns:a16="http://schemas.microsoft.com/office/drawing/2014/main" id="{CFE84C9C-5E2A-3868-A5FD-0C6595C6DAC2}"/>
              </a:ext>
            </a:extLst>
          </p:cNvPr>
          <p:cNvSpPr txBox="1"/>
          <p:nvPr/>
        </p:nvSpPr>
        <p:spPr>
          <a:xfrm>
            <a:off x="3561550" y="420829"/>
            <a:ext cx="4572000" cy="307777"/>
          </a:xfrm>
          <a:prstGeom prst="rect">
            <a:avLst/>
          </a:prstGeom>
          <a:noFill/>
        </p:spPr>
        <p:txBody>
          <a:bodyPr wrap="square">
            <a:spAutoFit/>
          </a:bodyPr>
          <a:lstStyle/>
          <a:p>
            <a:r>
              <a:rPr lang="en-IN" sz="1400" b="1"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Critical Error Disparities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863B948-B088-F858-A6D7-50926A4017F5}"/>
              </a:ext>
            </a:extLst>
          </p:cNvPr>
          <p:cNvSpPr txBox="1"/>
          <p:nvPr/>
        </p:nvSpPr>
        <p:spPr>
          <a:xfrm>
            <a:off x="226679" y="3388157"/>
            <a:ext cx="8690641" cy="1554272"/>
          </a:xfrm>
          <a:prstGeom prst="rect">
            <a:avLst/>
          </a:prstGeom>
          <a:noFill/>
        </p:spPr>
        <p:txBody>
          <a:bodyPr wrap="square">
            <a:spAutoFit/>
          </a:bodyPr>
          <a:lstStyle/>
          <a:p>
            <a:pPr marL="171450" indent="-171450">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statistically significant differences in false negative rates across all demographic groups, revealing disparities in critical errors that are not apparent from overall accuracy measures alone. </a:t>
            </a:r>
          </a:p>
          <a:p>
            <a:pPr marL="171450" indent="-171450">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The model exhibits higher false negative rates for male patients, younger patients, and particularly for minority race groups, with especially pronounced disparities observed in the “Other Minority” category. </a:t>
            </a:r>
          </a:p>
          <a:p>
            <a:pPr marL="171450" indent="-171450">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This indicates that the model is more likely to misclassify high-risk patients as low risk in these populations, leading to potential missed interventions and adverse outcomes. </a:t>
            </a:r>
          </a:p>
          <a:p>
            <a:pPr>
              <a:spcBef>
                <a:spcPts val="600"/>
              </a:spcBef>
            </a:pPr>
            <a:r>
              <a:rPr lang="en-US" sz="1200" dirty="0">
                <a:solidFill>
                  <a:srgbClr val="0000FF"/>
                </a:solidFill>
                <a:latin typeface="Calibri" panose="020F0502020204030204" pitchFamily="34" charset="0"/>
                <a:ea typeface="Calibri" panose="020F0502020204030204" pitchFamily="34" charset="0"/>
                <a:cs typeface="Calibri" panose="020F0502020204030204" pitchFamily="34" charset="0"/>
              </a:rPr>
              <a:t>These findings highlight the limitations of relying solely on aggregate performance metrics and underscore the importance of fairness-aware evaluation in healthcare predictive models, particularly in identifying and addressing inequities in high-risk patient detection.</a:t>
            </a:r>
            <a:endPar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78689716"/>
      </p:ext>
    </p:extLst>
  </p:cSld>
  <p:clrMapOvr>
    <a:overrideClrMapping bg1="lt1" tx1="dk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63CEAC05-0379-4D90-26FB-C0878359819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F10E1A21-A869-A05D-5170-8230CE1F8A1C}"/>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Results – RQ3</a:t>
            </a:r>
          </a:p>
        </p:txBody>
      </p:sp>
      <p:sp>
        <p:nvSpPr>
          <p:cNvPr id="4" name="TextBox 3">
            <a:extLst>
              <a:ext uri="{FF2B5EF4-FFF2-40B4-BE49-F238E27FC236}">
                <a16:creationId xmlns:a16="http://schemas.microsoft.com/office/drawing/2014/main" id="{492E52A7-3C80-8511-76C8-5EFBCE235A02}"/>
              </a:ext>
            </a:extLst>
          </p:cNvPr>
          <p:cNvSpPr txBox="1"/>
          <p:nvPr/>
        </p:nvSpPr>
        <p:spPr>
          <a:xfrm>
            <a:off x="3561550" y="420829"/>
            <a:ext cx="4572000" cy="307777"/>
          </a:xfrm>
          <a:prstGeom prst="rect">
            <a:avLst/>
          </a:prstGeom>
          <a:noFill/>
        </p:spPr>
        <p:txBody>
          <a:bodyPr wrap="square">
            <a:spAutoFit/>
          </a:bodyPr>
          <a:lstStyle/>
          <a:p>
            <a:r>
              <a:rPr lang="en-IN" sz="1400" b="1"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Impact of Dataset Imbalance</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5D1BA7E-DFEA-4F0D-6F4F-2F161918BFC7}"/>
              </a:ext>
            </a:extLst>
          </p:cNvPr>
          <p:cNvSpPr txBox="1"/>
          <p:nvPr/>
        </p:nvSpPr>
        <p:spPr>
          <a:xfrm>
            <a:off x="4057170" y="1267363"/>
            <a:ext cx="4665402" cy="2110129"/>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indicate statistically significant differences in false negative rate (FNR) gaps before and after dataset rebalancing across all demographic groups, with p-values well below 0.05 for gender, age, and race.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However, contrary to expectations, the mean FNR gap increased after rebalancing for all groups (gender: 0.0498 to 0.0607, age: 0.0416 to 0.0667, race: 0.1994 to 0.2582), indicating that rebalancing the dataset led to a worsening of disparity rather than a reduction.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This suggests that while dataset imbalance does influence model behavior, simple rebalancing alone does not necessarily improve fairness and may, in fact, exacerbate bias across demographic groups. </a:t>
            </a:r>
            <a:endPar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28557044-001E-13EA-E71F-A8832AC16435}"/>
              </a:ext>
            </a:extLst>
          </p:cNvPr>
          <p:cNvPicPr>
            <a:picLocks noChangeAspect="1"/>
          </p:cNvPicPr>
          <p:nvPr/>
        </p:nvPicPr>
        <p:blipFill>
          <a:blip r:embed="rId4"/>
          <a:stretch>
            <a:fillRect/>
          </a:stretch>
        </p:blipFill>
        <p:spPr>
          <a:xfrm>
            <a:off x="403411" y="1064215"/>
            <a:ext cx="3528516" cy="2811922"/>
          </a:xfrm>
          <a:prstGeom prst="rect">
            <a:avLst/>
          </a:prstGeom>
          <a:ln w="15875">
            <a:solidFill>
              <a:srgbClr val="FF0000"/>
            </a:solidFill>
          </a:ln>
        </p:spPr>
      </p:pic>
      <p:sp>
        <p:nvSpPr>
          <p:cNvPr id="8" name="TextBox 7">
            <a:extLst>
              <a:ext uri="{FF2B5EF4-FFF2-40B4-BE49-F238E27FC236}">
                <a16:creationId xmlns:a16="http://schemas.microsoft.com/office/drawing/2014/main" id="{65C5E2B4-94DD-6EB0-8DDA-9CBEC8F1724D}"/>
              </a:ext>
            </a:extLst>
          </p:cNvPr>
          <p:cNvSpPr txBox="1"/>
          <p:nvPr/>
        </p:nvSpPr>
        <p:spPr>
          <a:xfrm>
            <a:off x="403411" y="4032289"/>
            <a:ext cx="8319160" cy="690382"/>
          </a:xfrm>
          <a:prstGeom prst="rect">
            <a:avLst/>
          </a:prstGeom>
          <a:noFill/>
        </p:spPr>
        <p:txBody>
          <a:bodyPr wrap="square">
            <a:spAutoFit/>
          </a:bodyPr>
          <a:lstStyle/>
          <a:p>
            <a:pPr>
              <a:lnSpc>
                <a:spcPct val="110000"/>
              </a:lnSpc>
            </a:pP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These findings highlight that bias in predictive models is not solely a function of data imbalance but may also be driven by underlying feature relationships and model dynamics, underscoring the need for more nuanced approaches to bias diagnosis and mitigation in healthcare predictive modeling.</a:t>
            </a:r>
            <a:endParaRPr lang="en-IN" sz="1200" b="1" dirty="0">
              <a:solidFill>
                <a:srgbClr val="0000FF"/>
              </a:solidFill>
            </a:endParaRPr>
          </a:p>
        </p:txBody>
      </p:sp>
    </p:spTree>
    <p:extLst>
      <p:ext uri="{BB962C8B-B14F-4D97-AF65-F5344CB8AC3E}">
        <p14:creationId xmlns:p14="http://schemas.microsoft.com/office/powerpoint/2010/main" val="3844498499"/>
      </p:ext>
    </p:extLst>
  </p:cSld>
  <p:clrMapOvr>
    <a:overrideClrMapping bg1="lt1" tx1="dk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FA74464A-666E-ED61-9DAE-C2087D4D9F9E}"/>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26A3F7F-10A7-47C6-4297-D52E5E8BE894}"/>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Results – RQ4</a:t>
            </a:r>
          </a:p>
        </p:txBody>
      </p:sp>
      <p:sp>
        <p:nvSpPr>
          <p:cNvPr id="4" name="TextBox 3">
            <a:extLst>
              <a:ext uri="{FF2B5EF4-FFF2-40B4-BE49-F238E27FC236}">
                <a16:creationId xmlns:a16="http://schemas.microsoft.com/office/drawing/2014/main" id="{3F26C80E-C63B-36B4-3193-C324C8FE2DC5}"/>
              </a:ext>
            </a:extLst>
          </p:cNvPr>
          <p:cNvSpPr txBox="1"/>
          <p:nvPr/>
        </p:nvSpPr>
        <p:spPr>
          <a:xfrm>
            <a:off x="3561550" y="420829"/>
            <a:ext cx="4572000" cy="307777"/>
          </a:xfrm>
          <a:prstGeom prst="rect">
            <a:avLst/>
          </a:prstGeom>
          <a:noFill/>
        </p:spPr>
        <p:txBody>
          <a:bodyPr wrap="square">
            <a:spAutoFit/>
          </a:bodyPr>
          <a:lstStyle/>
          <a:p>
            <a:r>
              <a:rPr lang="en-IN" sz="1400" b="1"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Effectiveness of Bias Mitigation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CC12C88-928B-E5E3-AB82-6F3E65E0FFCB}"/>
              </a:ext>
            </a:extLst>
          </p:cNvPr>
          <p:cNvSpPr txBox="1"/>
          <p:nvPr/>
        </p:nvSpPr>
        <p:spPr>
          <a:xfrm>
            <a:off x="4372216" y="1110420"/>
            <a:ext cx="4595051" cy="2922660"/>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indicate statistically significant changes in false negative rate (FNR) gaps across all demographic groups following the application of class-weighted logistic regression, with p-values well below 0.05 for gender, age, and race.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However, the direction of change reveals that disparity increased rather than decreased, with mean FNR gaps rising for gender (0.0498 to 0.0599), age (0.0416 to 0.0680), and race (0.1994 to 0.2575).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This suggests that the class-weighting mitigation strategy, while intended to address imbalance, inadvertently exacerbates bias across demographic groups.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In contrast, overall model performance, as measured by AUC, remained effectively unchanged (0.6558 to 0.6558), indicating that the observed increase in bias is not associated with a meaningful degradation in predictive performance. </a:t>
            </a:r>
            <a:endPar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C6BCF1F-ED5D-C2A5-2055-FEBA80078A1A}"/>
              </a:ext>
            </a:extLst>
          </p:cNvPr>
          <p:cNvSpPr txBox="1"/>
          <p:nvPr/>
        </p:nvSpPr>
        <p:spPr>
          <a:xfrm>
            <a:off x="340375" y="4282433"/>
            <a:ext cx="8319160" cy="690382"/>
          </a:xfrm>
          <a:prstGeom prst="rect">
            <a:avLst/>
          </a:prstGeom>
          <a:noFill/>
        </p:spPr>
        <p:txBody>
          <a:bodyPr wrap="square">
            <a:spAutoFit/>
          </a:bodyPr>
          <a:lstStyle/>
          <a:p>
            <a:pPr>
              <a:lnSpc>
                <a:spcPct val="110000"/>
              </a:lnSpc>
            </a:pPr>
            <a:r>
              <a:rPr lang="en-US" sz="1200" b="1" dirty="0">
                <a:solidFill>
                  <a:srgbClr val="0000FF"/>
                </a:solidFill>
                <a:latin typeface="Calibri" panose="020F0502020204030204" pitchFamily="34" charset="0"/>
                <a:ea typeface="Calibri" panose="020F0502020204030204" pitchFamily="34" charset="0"/>
                <a:cs typeface="Calibri" panose="020F0502020204030204" pitchFamily="34" charset="0"/>
              </a:rPr>
              <a:t>These findings demonstrate that commonly used mitigation techniques may not only fail to reduce bias but can also intensify disparities, highlighting the complexity of fairness in healthcare predictive models and the need for more targeted and context-aware mitigation approaches.</a:t>
            </a:r>
            <a:endParaRPr lang="en-IN" sz="1200" b="1" dirty="0">
              <a:solidFill>
                <a:srgbClr val="0000FF"/>
              </a:solidFill>
            </a:endParaRPr>
          </a:p>
        </p:txBody>
      </p:sp>
      <p:pic>
        <p:nvPicPr>
          <p:cNvPr id="3" name="Picture 2">
            <a:extLst>
              <a:ext uri="{FF2B5EF4-FFF2-40B4-BE49-F238E27FC236}">
                <a16:creationId xmlns:a16="http://schemas.microsoft.com/office/drawing/2014/main" id="{640AC614-8140-1B02-B217-C1E68A3F5E5E}"/>
              </a:ext>
            </a:extLst>
          </p:cNvPr>
          <p:cNvPicPr>
            <a:picLocks noChangeAspect="1"/>
          </p:cNvPicPr>
          <p:nvPr/>
        </p:nvPicPr>
        <p:blipFill>
          <a:blip r:embed="rId4"/>
          <a:stretch>
            <a:fillRect/>
          </a:stretch>
        </p:blipFill>
        <p:spPr>
          <a:xfrm>
            <a:off x="340375" y="915500"/>
            <a:ext cx="4031841" cy="3328778"/>
          </a:xfrm>
          <a:prstGeom prst="rect">
            <a:avLst/>
          </a:prstGeom>
          <a:ln w="12700">
            <a:solidFill>
              <a:srgbClr val="FF0000"/>
            </a:solidFill>
          </a:ln>
        </p:spPr>
      </p:pic>
    </p:spTree>
    <p:extLst>
      <p:ext uri="{BB962C8B-B14F-4D97-AF65-F5344CB8AC3E}">
        <p14:creationId xmlns:p14="http://schemas.microsoft.com/office/powerpoint/2010/main" val="3085149119"/>
      </p:ext>
    </p:extLst>
  </p:cSld>
  <p:clrMapOvr>
    <a:overrideClrMapping bg1="lt1" tx1="dk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1BCFF975-01EA-10CF-CDCE-E37154B2781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1C363AF-3639-3911-F8A9-A641E1F5FE2D}"/>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Results – Summary</a:t>
            </a:r>
          </a:p>
        </p:txBody>
      </p:sp>
      <p:sp>
        <p:nvSpPr>
          <p:cNvPr id="7" name="TextBox 6">
            <a:extLst>
              <a:ext uri="{FF2B5EF4-FFF2-40B4-BE49-F238E27FC236}">
                <a16:creationId xmlns:a16="http://schemas.microsoft.com/office/drawing/2014/main" id="{EE5A6309-F290-5C29-7953-39EB7365778C}"/>
              </a:ext>
            </a:extLst>
          </p:cNvPr>
          <p:cNvSpPr txBox="1"/>
          <p:nvPr/>
        </p:nvSpPr>
        <p:spPr>
          <a:xfrm>
            <a:off x="201971" y="826111"/>
            <a:ext cx="8719191" cy="891334"/>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Overall performance can be misleading (RQ1 vs RQ2). </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The model appears reasonably consistent in accuracy (RQ1), suggesting it “works” at a high level.</a:t>
            </a:r>
          </a:p>
          <a:p>
            <a:pPr marL="171450" indent="-171450">
              <a:lnSpc>
                <a:spcPct val="120000"/>
              </a:lnSpc>
              <a:buFont typeface="Arial" panose="020B0604020202020204" pitchFamily="34" charset="0"/>
              <a:buChar char="•"/>
            </a:pPr>
            <a:r>
              <a:rPr lang="en-US" sz="1100" dirty="0">
                <a:latin typeface="Calibri" panose="020F0502020204030204" pitchFamily="34" charset="0"/>
                <a:ea typeface="Calibri" panose="020F0502020204030204" pitchFamily="34" charset="0"/>
                <a:cs typeface="Calibri" panose="020F0502020204030204" pitchFamily="34" charset="0"/>
              </a:rPr>
              <a:t>However, it fails unevenly across groups when it matters most (RQ2), particularly in missing high-risk patients.</a:t>
            </a:r>
          </a:p>
          <a:p>
            <a:pPr>
              <a:lnSpc>
                <a:spcPct val="120000"/>
              </a:lnSpc>
            </a:pPr>
            <a:r>
              <a:rPr lang="en-US" sz="1100" b="1" dirty="0">
                <a:solidFill>
                  <a:srgbClr val="0000FF"/>
                </a:solidFill>
                <a:latin typeface="Calibri" panose="020F0502020204030204" pitchFamily="34" charset="0"/>
                <a:ea typeface="Calibri" panose="020F0502020204030204" pitchFamily="34" charset="0"/>
                <a:cs typeface="Calibri" panose="020F0502020204030204" pitchFamily="34" charset="0"/>
              </a:rPr>
              <a:t>Insight: A model can look fair on average but still produce unequal and potentially harmful outcomes across populations.</a:t>
            </a:r>
            <a:endParaRPr lang="en-IN" sz="1200" b="1"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EEEBA1E-E0E3-9087-82F7-1B6AF9E99394}"/>
              </a:ext>
            </a:extLst>
          </p:cNvPr>
          <p:cNvSpPr txBox="1"/>
          <p:nvPr/>
        </p:nvSpPr>
        <p:spPr>
          <a:xfrm>
            <a:off x="211310" y="1742616"/>
            <a:ext cx="8511261" cy="891334"/>
          </a:xfrm>
          <a:prstGeom prst="rect">
            <a:avLst/>
          </a:prstGeom>
          <a:noFill/>
        </p:spPr>
        <p:txBody>
          <a:bodyPr wrap="square">
            <a:spAutoFit/>
          </a:bodyPr>
          <a:lstStyle>
            <a:defPPr marR="0" lvl="0" algn="l" rtl="0">
              <a:lnSpc>
                <a:spcPct val="100000"/>
              </a:lnSpc>
              <a:spcBef>
                <a:spcPts val="0"/>
              </a:spcBef>
              <a:spcAft>
                <a:spcPts val="0"/>
              </a:spcAft>
            </a:defPPr>
            <a:lvl1pPr marL="171450" indent="-171450">
              <a:lnSpc>
                <a:spcPct val="120000"/>
              </a:lnSpc>
              <a:buFont typeface="Arial" panose="020B0604020202020204" pitchFamily="34" charset="0"/>
              <a:buChar char="•"/>
              <a:defRPr sz="1100">
                <a:latin typeface="Calibri" panose="020F0502020204030204" pitchFamily="34" charset="0"/>
                <a:ea typeface="Calibri" panose="020F0502020204030204" pitchFamily="34" charset="0"/>
                <a:cs typeface="Calibri" panose="020F0502020204030204" pitchFamily="34" charset="0"/>
              </a:defRPr>
            </a:lvl1pPr>
          </a:lstStyle>
          <a:p>
            <a:r>
              <a:rPr lang="en-US" dirty="0"/>
              <a:t>Bias is concentrated in critical decisions, not general performance (RQ2)</a:t>
            </a:r>
          </a:p>
          <a:p>
            <a:r>
              <a:rPr lang="en-US" dirty="0"/>
              <a:t>Significant disparities exist in false negative rates, especially for minority groups and certain age segments. </a:t>
            </a:r>
          </a:p>
          <a:p>
            <a:r>
              <a:rPr lang="en-US" dirty="0"/>
              <a:t>These errors directly affect who gets intervention vs. who is overlooked. </a:t>
            </a:r>
          </a:p>
          <a:p>
            <a:pPr marL="0" indent="0">
              <a:buNone/>
            </a:pPr>
            <a:r>
              <a:rPr lang="en-US" b="1" dirty="0">
                <a:solidFill>
                  <a:srgbClr val="0000FF"/>
                </a:solidFill>
              </a:rPr>
              <a:t>Insight: The real risk is not overall error, but who is being missed -this is where bias has the greatest clinical and operational impact</a:t>
            </a:r>
            <a:r>
              <a:rPr lang="en-US" dirty="0"/>
              <a:t>.</a:t>
            </a:r>
          </a:p>
        </p:txBody>
      </p:sp>
      <p:sp>
        <p:nvSpPr>
          <p:cNvPr id="9" name="TextBox 8">
            <a:extLst>
              <a:ext uri="{FF2B5EF4-FFF2-40B4-BE49-F238E27FC236}">
                <a16:creationId xmlns:a16="http://schemas.microsoft.com/office/drawing/2014/main" id="{D3B3BBE6-9152-9770-31D0-14D32B4797A5}"/>
              </a:ext>
            </a:extLst>
          </p:cNvPr>
          <p:cNvSpPr txBox="1"/>
          <p:nvPr/>
        </p:nvSpPr>
        <p:spPr>
          <a:xfrm>
            <a:off x="211310" y="2716814"/>
            <a:ext cx="8719192" cy="891334"/>
          </a:xfrm>
          <a:prstGeom prst="rect">
            <a:avLst/>
          </a:prstGeom>
          <a:noFill/>
        </p:spPr>
        <p:txBody>
          <a:bodyPr wrap="square">
            <a:spAutoFit/>
          </a:bodyPr>
          <a:lstStyle>
            <a:defPPr marR="0" lvl="0" algn="l" rtl="0">
              <a:lnSpc>
                <a:spcPct val="100000"/>
              </a:lnSpc>
              <a:spcBef>
                <a:spcPts val="0"/>
              </a:spcBef>
              <a:spcAft>
                <a:spcPts val="0"/>
              </a:spcAft>
              <a:defRPr/>
            </a:defPPr>
            <a:lvl1pPr marL="171450" indent="-171450">
              <a:lnSpc>
                <a:spcPct val="120000"/>
              </a:lnSpc>
              <a:buFont typeface="Arial" panose="020B0604020202020204" pitchFamily="34" charset="0"/>
              <a:buChar char="•"/>
              <a:defRPr sz="1100">
                <a:latin typeface="Calibri" panose="020F0502020204030204" pitchFamily="34" charset="0"/>
                <a:ea typeface="Calibri" panose="020F0502020204030204" pitchFamily="34" charset="0"/>
                <a:cs typeface="Calibri" panose="020F0502020204030204" pitchFamily="34" charset="0"/>
              </a:defRPr>
            </a:lvl1pPr>
          </a:lstStyle>
          <a:p>
            <a:r>
              <a:rPr lang="en-US" dirty="0"/>
              <a:t>Data imbalance influences bias but not in a simple way (RQ3)</a:t>
            </a:r>
          </a:p>
          <a:p>
            <a:r>
              <a:rPr lang="en-US" dirty="0"/>
              <a:t>Changing the data distribution (rebalancing) significantly altered bias. However, bias increased rather than decreased.</a:t>
            </a:r>
          </a:p>
          <a:p>
            <a:pPr marL="0" indent="0">
              <a:buNone/>
            </a:pPr>
            <a:r>
              <a:rPr lang="en-US" b="1" dirty="0">
                <a:solidFill>
                  <a:srgbClr val="0000FF"/>
                </a:solidFill>
              </a:rPr>
              <a:t>Insight: Data imbalance matters but fixing it alone does not guarantee fairness. Bias is influenced by deeper relationships in the data and model behavior.</a:t>
            </a:r>
            <a:endParaRPr lang="en-IN" b="1" dirty="0">
              <a:solidFill>
                <a:srgbClr val="0000FF"/>
              </a:solidFill>
            </a:endParaRPr>
          </a:p>
        </p:txBody>
      </p:sp>
      <p:sp>
        <p:nvSpPr>
          <p:cNvPr id="11" name="TextBox 10">
            <a:extLst>
              <a:ext uri="{FF2B5EF4-FFF2-40B4-BE49-F238E27FC236}">
                <a16:creationId xmlns:a16="http://schemas.microsoft.com/office/drawing/2014/main" id="{835F79BF-5C9B-9AC1-A35C-8850E96FDB23}"/>
              </a:ext>
            </a:extLst>
          </p:cNvPr>
          <p:cNvSpPr txBox="1"/>
          <p:nvPr/>
        </p:nvSpPr>
        <p:spPr>
          <a:xfrm>
            <a:off x="201971" y="3633318"/>
            <a:ext cx="8594594" cy="688202"/>
          </a:xfrm>
          <a:prstGeom prst="rect">
            <a:avLst/>
          </a:prstGeom>
          <a:noFill/>
        </p:spPr>
        <p:txBody>
          <a:bodyPr wrap="square">
            <a:spAutoFit/>
          </a:bodyPr>
          <a:lstStyle>
            <a:defPPr marR="0" lvl="0" algn="l" rtl="0">
              <a:lnSpc>
                <a:spcPct val="100000"/>
              </a:lnSpc>
              <a:spcBef>
                <a:spcPts val="0"/>
              </a:spcBef>
              <a:spcAft>
                <a:spcPts val="0"/>
              </a:spcAft>
              <a:defRPr/>
            </a:defPPr>
            <a:lvl1pPr marL="171450" indent="-171450">
              <a:lnSpc>
                <a:spcPct val="120000"/>
              </a:lnSpc>
              <a:buFont typeface="Arial" panose="020B0604020202020204" pitchFamily="34" charset="0"/>
              <a:buChar char="•"/>
              <a:defRPr sz="1100">
                <a:latin typeface="Calibri" panose="020F0502020204030204" pitchFamily="34" charset="0"/>
                <a:ea typeface="Calibri" panose="020F0502020204030204" pitchFamily="34" charset="0"/>
                <a:cs typeface="Calibri" panose="020F0502020204030204" pitchFamily="34" charset="0"/>
              </a:defRPr>
            </a:lvl1pPr>
          </a:lstStyle>
          <a:p>
            <a:r>
              <a:rPr lang="en-US" dirty="0"/>
              <a:t>Common mitigation strategies may worsen fairness (RQ4)</a:t>
            </a:r>
          </a:p>
          <a:p>
            <a:r>
              <a:rPr lang="en-US" dirty="0"/>
              <a:t>Class weighting and rebalancing changed model behavior but increased disparity. Overall performance (AUC) remained the same.</a:t>
            </a:r>
          </a:p>
          <a:p>
            <a:pPr marL="0" indent="0">
              <a:buNone/>
            </a:pPr>
            <a:r>
              <a:rPr lang="en-US" b="1" dirty="0">
                <a:solidFill>
                  <a:srgbClr val="0000FF"/>
                </a:solidFill>
              </a:rPr>
              <a:t>Insight: Improving fairness is not automatic -standard techniques can shift errors across groups rather than reduce them.</a:t>
            </a:r>
            <a:endParaRPr lang="en-IN" b="1" dirty="0">
              <a:solidFill>
                <a:srgbClr val="0000FF"/>
              </a:solidFill>
            </a:endParaRPr>
          </a:p>
        </p:txBody>
      </p:sp>
      <p:sp>
        <p:nvSpPr>
          <p:cNvPr id="13" name="TextBox 12">
            <a:extLst>
              <a:ext uri="{FF2B5EF4-FFF2-40B4-BE49-F238E27FC236}">
                <a16:creationId xmlns:a16="http://schemas.microsoft.com/office/drawing/2014/main" id="{AF7566C7-8B65-FBC5-94F2-3264630FA809}"/>
              </a:ext>
            </a:extLst>
          </p:cNvPr>
          <p:cNvSpPr txBox="1"/>
          <p:nvPr/>
        </p:nvSpPr>
        <p:spPr>
          <a:xfrm>
            <a:off x="249499" y="4403611"/>
            <a:ext cx="8425546" cy="485069"/>
          </a:xfrm>
          <a:prstGeom prst="rect">
            <a:avLst/>
          </a:prstGeom>
          <a:noFill/>
        </p:spPr>
        <p:txBody>
          <a:bodyPr wrap="square">
            <a:spAutoFit/>
          </a:bodyPr>
          <a:lstStyle>
            <a:defPPr marR="0" lvl="0" algn="l" rtl="0">
              <a:lnSpc>
                <a:spcPct val="100000"/>
              </a:lnSpc>
              <a:spcBef>
                <a:spcPts val="0"/>
              </a:spcBef>
              <a:spcAft>
                <a:spcPts val="0"/>
              </a:spcAft>
              <a:defRPr/>
            </a:defPPr>
            <a:lvl1pPr marL="171450" indent="-171450">
              <a:lnSpc>
                <a:spcPct val="120000"/>
              </a:lnSpc>
              <a:buFont typeface="Arial" panose="020B0604020202020204" pitchFamily="34" charset="0"/>
              <a:buChar char="•"/>
              <a:defRPr sz="1100">
                <a:latin typeface="Calibri" panose="020F0502020204030204" pitchFamily="34" charset="0"/>
                <a:ea typeface="Calibri" panose="020F0502020204030204" pitchFamily="34" charset="0"/>
                <a:cs typeface="Calibri" panose="020F0502020204030204" pitchFamily="34" charset="0"/>
              </a:defRPr>
            </a:lvl1pPr>
          </a:lstStyle>
          <a:p>
            <a:r>
              <a:rPr lang="en-US" dirty="0"/>
              <a:t>Fairness and performance are not the same thing. The model’s predictive power stayed constant, but fairness worsened</a:t>
            </a:r>
          </a:p>
          <a:p>
            <a:pPr marL="0" indent="0">
              <a:buNone/>
            </a:pPr>
            <a:r>
              <a:rPr lang="en-US" b="1" dirty="0">
                <a:solidFill>
                  <a:srgbClr val="0000FF"/>
                </a:solidFill>
              </a:rPr>
              <a:t>Insight: A model can be accurate but unfair -performance metrics alone are insufficient for evaluating real-world impact</a:t>
            </a:r>
            <a:r>
              <a:rPr lang="en-US" dirty="0"/>
              <a:t>.</a:t>
            </a:r>
            <a:endParaRPr lang="en-IN" dirty="0"/>
          </a:p>
        </p:txBody>
      </p:sp>
      <p:cxnSp>
        <p:nvCxnSpPr>
          <p:cNvPr id="16" name="Straight Connector 15">
            <a:extLst>
              <a:ext uri="{FF2B5EF4-FFF2-40B4-BE49-F238E27FC236}">
                <a16:creationId xmlns:a16="http://schemas.microsoft.com/office/drawing/2014/main" id="{732DE02F-D942-67FD-46EE-68A83249508B}"/>
              </a:ext>
            </a:extLst>
          </p:cNvPr>
          <p:cNvCxnSpPr>
            <a:cxnSpLocks/>
          </p:cNvCxnSpPr>
          <p:nvPr/>
        </p:nvCxnSpPr>
        <p:spPr>
          <a:xfrm>
            <a:off x="211309" y="1717445"/>
            <a:ext cx="8648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A7B5FC-358B-3732-AE76-528DF3103920}"/>
              </a:ext>
            </a:extLst>
          </p:cNvPr>
          <p:cNvCxnSpPr>
            <a:cxnSpLocks/>
          </p:cNvCxnSpPr>
          <p:nvPr/>
        </p:nvCxnSpPr>
        <p:spPr>
          <a:xfrm>
            <a:off x="138081" y="2701446"/>
            <a:ext cx="8648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4E22E8-D734-D2C0-9944-51AB3EC4F6F9}"/>
              </a:ext>
            </a:extLst>
          </p:cNvPr>
          <p:cNvCxnSpPr>
            <a:cxnSpLocks/>
          </p:cNvCxnSpPr>
          <p:nvPr/>
        </p:nvCxnSpPr>
        <p:spPr>
          <a:xfrm>
            <a:off x="138081" y="3615832"/>
            <a:ext cx="8648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134D5E6-6E21-ECEA-7DD5-DB2DD7306D27}"/>
              </a:ext>
            </a:extLst>
          </p:cNvPr>
          <p:cNvCxnSpPr>
            <a:cxnSpLocks/>
          </p:cNvCxnSpPr>
          <p:nvPr/>
        </p:nvCxnSpPr>
        <p:spPr>
          <a:xfrm>
            <a:off x="138081" y="4362565"/>
            <a:ext cx="8648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D1C9D8-9A09-4866-6855-88E324493764}"/>
              </a:ext>
            </a:extLst>
          </p:cNvPr>
          <p:cNvCxnSpPr>
            <a:cxnSpLocks/>
          </p:cNvCxnSpPr>
          <p:nvPr/>
        </p:nvCxnSpPr>
        <p:spPr>
          <a:xfrm>
            <a:off x="138081" y="4966336"/>
            <a:ext cx="8648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918BBBD-5546-AF3D-6409-A004AE26F4DA}"/>
              </a:ext>
            </a:extLst>
          </p:cNvPr>
          <p:cNvSpPr/>
          <p:nvPr/>
        </p:nvSpPr>
        <p:spPr>
          <a:xfrm>
            <a:off x="8303785" y="1004865"/>
            <a:ext cx="371260" cy="3643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23" name="Oval 22">
            <a:extLst>
              <a:ext uri="{FF2B5EF4-FFF2-40B4-BE49-F238E27FC236}">
                <a16:creationId xmlns:a16="http://schemas.microsoft.com/office/drawing/2014/main" id="{7A0C744F-AFD8-AD90-B3C7-6F2A25B99D15}"/>
              </a:ext>
            </a:extLst>
          </p:cNvPr>
          <p:cNvSpPr/>
          <p:nvPr/>
        </p:nvSpPr>
        <p:spPr>
          <a:xfrm>
            <a:off x="8351311" y="1947825"/>
            <a:ext cx="371260" cy="3643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24" name="Oval 23">
            <a:extLst>
              <a:ext uri="{FF2B5EF4-FFF2-40B4-BE49-F238E27FC236}">
                <a16:creationId xmlns:a16="http://schemas.microsoft.com/office/drawing/2014/main" id="{F3E4EBE8-CFB2-B569-46B7-76849CD2E26B}"/>
              </a:ext>
            </a:extLst>
          </p:cNvPr>
          <p:cNvSpPr/>
          <p:nvPr/>
        </p:nvSpPr>
        <p:spPr>
          <a:xfrm>
            <a:off x="8351311" y="2784856"/>
            <a:ext cx="371260" cy="3643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25" name="Oval 24">
            <a:extLst>
              <a:ext uri="{FF2B5EF4-FFF2-40B4-BE49-F238E27FC236}">
                <a16:creationId xmlns:a16="http://schemas.microsoft.com/office/drawing/2014/main" id="{B8B45F23-14F3-921A-3D6D-08B2FBF54BE8}"/>
              </a:ext>
            </a:extLst>
          </p:cNvPr>
          <p:cNvSpPr/>
          <p:nvPr/>
        </p:nvSpPr>
        <p:spPr>
          <a:xfrm>
            <a:off x="8351311" y="3854817"/>
            <a:ext cx="371260" cy="3643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26" name="Oval 25">
            <a:extLst>
              <a:ext uri="{FF2B5EF4-FFF2-40B4-BE49-F238E27FC236}">
                <a16:creationId xmlns:a16="http://schemas.microsoft.com/office/drawing/2014/main" id="{E359F42F-BD0F-8CF9-6925-DE728F8D3973}"/>
              </a:ext>
            </a:extLst>
          </p:cNvPr>
          <p:cNvSpPr/>
          <p:nvPr/>
        </p:nvSpPr>
        <p:spPr>
          <a:xfrm>
            <a:off x="8351311" y="4490747"/>
            <a:ext cx="371260" cy="3643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a:t>
            </a:r>
          </a:p>
        </p:txBody>
      </p:sp>
    </p:spTree>
    <p:extLst>
      <p:ext uri="{BB962C8B-B14F-4D97-AF65-F5344CB8AC3E}">
        <p14:creationId xmlns:p14="http://schemas.microsoft.com/office/powerpoint/2010/main" val="2962441234"/>
      </p:ext>
    </p:extLst>
  </p:cSld>
  <p:clrMapOvr>
    <a:overrideClrMapping bg1="lt1" tx1="dk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62" name="Google Shape;162;p32"/>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E4183A-FAB2-C78C-1855-989745005D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C888B9-FF36-48EE-9B3E-DDAE12DC0D5C}"/>
              </a:ext>
            </a:extLst>
          </p:cNvPr>
          <p:cNvPicPr>
            <a:picLocks noChangeAspect="1"/>
          </p:cNvPicPr>
          <p:nvPr/>
        </p:nvPicPr>
        <p:blipFill>
          <a:blip r:embed="rId3"/>
          <a:stretch>
            <a:fillRect/>
          </a:stretch>
        </p:blipFill>
        <p:spPr>
          <a:xfrm>
            <a:off x="462167" y="85169"/>
            <a:ext cx="4109833" cy="1205108"/>
          </a:xfrm>
          <a:prstGeom prst="rect">
            <a:avLst/>
          </a:prstGeom>
        </p:spPr>
      </p:pic>
      <p:pic>
        <p:nvPicPr>
          <p:cNvPr id="6" name="Picture 5">
            <a:extLst>
              <a:ext uri="{FF2B5EF4-FFF2-40B4-BE49-F238E27FC236}">
                <a16:creationId xmlns:a16="http://schemas.microsoft.com/office/drawing/2014/main" id="{C559D351-9F6B-7100-C366-FC882E587A0F}"/>
              </a:ext>
            </a:extLst>
          </p:cNvPr>
          <p:cNvPicPr>
            <a:picLocks noChangeAspect="1"/>
          </p:cNvPicPr>
          <p:nvPr/>
        </p:nvPicPr>
        <p:blipFill>
          <a:blip r:embed="rId4"/>
          <a:stretch>
            <a:fillRect/>
          </a:stretch>
        </p:blipFill>
        <p:spPr>
          <a:xfrm>
            <a:off x="373262" y="2800674"/>
            <a:ext cx="4198738" cy="1199022"/>
          </a:xfrm>
          <a:prstGeom prst="rect">
            <a:avLst/>
          </a:prstGeom>
        </p:spPr>
      </p:pic>
      <p:pic>
        <p:nvPicPr>
          <p:cNvPr id="8" name="Picture 7">
            <a:extLst>
              <a:ext uri="{FF2B5EF4-FFF2-40B4-BE49-F238E27FC236}">
                <a16:creationId xmlns:a16="http://schemas.microsoft.com/office/drawing/2014/main" id="{4A5C7D5C-8549-7906-101E-D5955603A8A6}"/>
              </a:ext>
            </a:extLst>
          </p:cNvPr>
          <p:cNvPicPr>
            <a:picLocks noChangeAspect="1"/>
          </p:cNvPicPr>
          <p:nvPr/>
        </p:nvPicPr>
        <p:blipFill>
          <a:blip r:embed="rId5"/>
          <a:stretch>
            <a:fillRect/>
          </a:stretch>
        </p:blipFill>
        <p:spPr>
          <a:xfrm>
            <a:off x="417714" y="1420764"/>
            <a:ext cx="4198738" cy="1249423"/>
          </a:xfrm>
          <a:prstGeom prst="rect">
            <a:avLst/>
          </a:prstGeom>
        </p:spPr>
      </p:pic>
      <p:pic>
        <p:nvPicPr>
          <p:cNvPr id="7" name="Picture 6">
            <a:extLst>
              <a:ext uri="{FF2B5EF4-FFF2-40B4-BE49-F238E27FC236}">
                <a16:creationId xmlns:a16="http://schemas.microsoft.com/office/drawing/2014/main" id="{2C1BE240-B6D0-1289-585F-1F96CDDE1FB8}"/>
              </a:ext>
            </a:extLst>
          </p:cNvPr>
          <p:cNvPicPr>
            <a:picLocks noChangeAspect="1"/>
          </p:cNvPicPr>
          <p:nvPr/>
        </p:nvPicPr>
        <p:blipFill>
          <a:blip r:embed="rId6"/>
          <a:stretch>
            <a:fillRect/>
          </a:stretch>
        </p:blipFill>
        <p:spPr>
          <a:xfrm>
            <a:off x="4845049" y="101622"/>
            <a:ext cx="4053723" cy="1188655"/>
          </a:xfrm>
          <a:prstGeom prst="rect">
            <a:avLst/>
          </a:prstGeom>
        </p:spPr>
      </p:pic>
      <p:pic>
        <p:nvPicPr>
          <p:cNvPr id="9" name="Picture 8">
            <a:extLst>
              <a:ext uri="{FF2B5EF4-FFF2-40B4-BE49-F238E27FC236}">
                <a16:creationId xmlns:a16="http://schemas.microsoft.com/office/drawing/2014/main" id="{9C9C1660-3118-2927-2751-6ECDC10FC773}"/>
              </a:ext>
            </a:extLst>
          </p:cNvPr>
          <p:cNvPicPr>
            <a:picLocks noChangeAspect="1"/>
          </p:cNvPicPr>
          <p:nvPr/>
        </p:nvPicPr>
        <p:blipFill>
          <a:blip r:embed="rId7"/>
          <a:stretch>
            <a:fillRect/>
          </a:stretch>
        </p:blipFill>
        <p:spPr>
          <a:xfrm>
            <a:off x="4845048" y="1427320"/>
            <a:ext cx="4053723" cy="1188655"/>
          </a:xfrm>
          <a:prstGeom prst="rect">
            <a:avLst/>
          </a:prstGeom>
        </p:spPr>
      </p:pic>
      <p:pic>
        <p:nvPicPr>
          <p:cNvPr id="10" name="Picture 9">
            <a:extLst>
              <a:ext uri="{FF2B5EF4-FFF2-40B4-BE49-F238E27FC236}">
                <a16:creationId xmlns:a16="http://schemas.microsoft.com/office/drawing/2014/main" id="{A2950CEC-11D6-E0F0-9BA2-234C8DA9C38B}"/>
              </a:ext>
            </a:extLst>
          </p:cNvPr>
          <p:cNvPicPr>
            <a:picLocks noChangeAspect="1"/>
          </p:cNvPicPr>
          <p:nvPr/>
        </p:nvPicPr>
        <p:blipFill>
          <a:blip r:embed="rId8"/>
          <a:stretch>
            <a:fillRect/>
          </a:stretch>
        </p:blipFill>
        <p:spPr>
          <a:xfrm>
            <a:off x="4845047" y="2800674"/>
            <a:ext cx="4053723" cy="1188656"/>
          </a:xfrm>
          <a:prstGeom prst="rect">
            <a:avLst/>
          </a:prstGeom>
        </p:spPr>
      </p:pic>
      <p:pic>
        <p:nvPicPr>
          <p:cNvPr id="11" name="Picture 10">
            <a:extLst>
              <a:ext uri="{FF2B5EF4-FFF2-40B4-BE49-F238E27FC236}">
                <a16:creationId xmlns:a16="http://schemas.microsoft.com/office/drawing/2014/main" id="{78D2AE66-E9CA-CD1C-4292-BAE46ED85AB0}"/>
              </a:ext>
            </a:extLst>
          </p:cNvPr>
          <p:cNvPicPr>
            <a:picLocks noChangeAspect="1"/>
          </p:cNvPicPr>
          <p:nvPr/>
        </p:nvPicPr>
        <p:blipFill>
          <a:blip r:embed="rId9"/>
          <a:stretch>
            <a:fillRect/>
          </a:stretch>
        </p:blipFill>
        <p:spPr>
          <a:xfrm>
            <a:off x="349947" y="4065128"/>
            <a:ext cx="4222053" cy="1199022"/>
          </a:xfrm>
          <a:prstGeom prst="rect">
            <a:avLst/>
          </a:prstGeom>
        </p:spPr>
      </p:pic>
      <p:pic>
        <p:nvPicPr>
          <p:cNvPr id="12" name="Picture 11">
            <a:extLst>
              <a:ext uri="{FF2B5EF4-FFF2-40B4-BE49-F238E27FC236}">
                <a16:creationId xmlns:a16="http://schemas.microsoft.com/office/drawing/2014/main" id="{BC3D5B6D-4E39-C295-F8DB-9D3A3E21A791}"/>
              </a:ext>
            </a:extLst>
          </p:cNvPr>
          <p:cNvPicPr>
            <a:picLocks noChangeAspect="1"/>
          </p:cNvPicPr>
          <p:nvPr/>
        </p:nvPicPr>
        <p:blipFill>
          <a:blip r:embed="rId10"/>
          <a:stretch>
            <a:fillRect/>
          </a:stretch>
        </p:blipFill>
        <p:spPr>
          <a:xfrm>
            <a:off x="4845044" y="4065128"/>
            <a:ext cx="4053726" cy="1188656"/>
          </a:xfrm>
          <a:prstGeom prst="rect">
            <a:avLst/>
          </a:prstGeom>
        </p:spPr>
      </p:pic>
    </p:spTree>
    <p:extLst>
      <p:ext uri="{BB962C8B-B14F-4D97-AF65-F5344CB8AC3E}">
        <p14:creationId xmlns:p14="http://schemas.microsoft.com/office/powerpoint/2010/main" val="579057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B0EFF58-F0DC-F699-5938-4D0A2FFCC88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95A50BE-0D34-5C8B-7090-071715B4AA16}"/>
              </a:ext>
            </a:extLst>
          </p:cNvPr>
          <p:cNvPicPr>
            <a:picLocks noChangeAspect="1"/>
          </p:cNvPicPr>
          <p:nvPr/>
        </p:nvPicPr>
        <p:blipFill>
          <a:blip r:embed="rId3"/>
          <a:stretch>
            <a:fillRect/>
          </a:stretch>
        </p:blipFill>
        <p:spPr>
          <a:xfrm>
            <a:off x="4072847" y="2770046"/>
            <a:ext cx="2127655" cy="2063750"/>
          </a:xfrm>
          <a:prstGeom prst="rect">
            <a:avLst/>
          </a:prstGeom>
        </p:spPr>
      </p:pic>
      <p:pic>
        <p:nvPicPr>
          <p:cNvPr id="13" name="Picture 12">
            <a:extLst>
              <a:ext uri="{FF2B5EF4-FFF2-40B4-BE49-F238E27FC236}">
                <a16:creationId xmlns:a16="http://schemas.microsoft.com/office/drawing/2014/main" id="{48CA76A8-B5EA-D8B2-488B-9562E5FBE5E9}"/>
              </a:ext>
            </a:extLst>
          </p:cNvPr>
          <p:cNvPicPr>
            <a:picLocks noChangeAspect="1"/>
          </p:cNvPicPr>
          <p:nvPr/>
        </p:nvPicPr>
        <p:blipFill>
          <a:blip r:embed="rId4"/>
          <a:stretch>
            <a:fillRect/>
          </a:stretch>
        </p:blipFill>
        <p:spPr>
          <a:xfrm>
            <a:off x="3467257" y="292736"/>
            <a:ext cx="2733246" cy="2449828"/>
          </a:xfrm>
          <a:prstGeom prst="rect">
            <a:avLst/>
          </a:prstGeom>
        </p:spPr>
      </p:pic>
      <p:pic>
        <p:nvPicPr>
          <p:cNvPr id="15" name="Picture 14">
            <a:extLst>
              <a:ext uri="{FF2B5EF4-FFF2-40B4-BE49-F238E27FC236}">
                <a16:creationId xmlns:a16="http://schemas.microsoft.com/office/drawing/2014/main" id="{9F3E267A-B0DB-28CF-AC5C-BAF718783937}"/>
              </a:ext>
            </a:extLst>
          </p:cNvPr>
          <p:cNvPicPr>
            <a:picLocks noChangeAspect="1"/>
          </p:cNvPicPr>
          <p:nvPr/>
        </p:nvPicPr>
        <p:blipFill>
          <a:blip r:embed="rId5"/>
          <a:stretch>
            <a:fillRect/>
          </a:stretch>
        </p:blipFill>
        <p:spPr>
          <a:xfrm>
            <a:off x="789732" y="298450"/>
            <a:ext cx="2625452" cy="2438400"/>
          </a:xfrm>
          <a:prstGeom prst="rect">
            <a:avLst/>
          </a:prstGeom>
        </p:spPr>
      </p:pic>
      <p:pic>
        <p:nvPicPr>
          <p:cNvPr id="17" name="Picture 16">
            <a:extLst>
              <a:ext uri="{FF2B5EF4-FFF2-40B4-BE49-F238E27FC236}">
                <a16:creationId xmlns:a16="http://schemas.microsoft.com/office/drawing/2014/main" id="{CD0A041C-DE8C-DAAB-0E4C-899317F36B8F}"/>
              </a:ext>
            </a:extLst>
          </p:cNvPr>
          <p:cNvPicPr>
            <a:picLocks noChangeAspect="1"/>
          </p:cNvPicPr>
          <p:nvPr/>
        </p:nvPicPr>
        <p:blipFill>
          <a:blip r:embed="rId6"/>
          <a:stretch>
            <a:fillRect/>
          </a:stretch>
        </p:blipFill>
        <p:spPr>
          <a:xfrm>
            <a:off x="737659" y="2736850"/>
            <a:ext cx="1624541" cy="2136493"/>
          </a:xfrm>
          <a:prstGeom prst="rect">
            <a:avLst/>
          </a:prstGeom>
        </p:spPr>
      </p:pic>
      <p:pic>
        <p:nvPicPr>
          <p:cNvPr id="19" name="Picture 18">
            <a:extLst>
              <a:ext uri="{FF2B5EF4-FFF2-40B4-BE49-F238E27FC236}">
                <a16:creationId xmlns:a16="http://schemas.microsoft.com/office/drawing/2014/main" id="{AAB2DBEE-56BC-9D11-1701-0A7E5928D4E6}"/>
              </a:ext>
            </a:extLst>
          </p:cNvPr>
          <p:cNvPicPr>
            <a:picLocks noChangeAspect="1"/>
          </p:cNvPicPr>
          <p:nvPr/>
        </p:nvPicPr>
        <p:blipFill>
          <a:blip r:embed="rId7"/>
          <a:stretch>
            <a:fillRect/>
          </a:stretch>
        </p:blipFill>
        <p:spPr>
          <a:xfrm>
            <a:off x="2478842" y="2770046"/>
            <a:ext cx="1594005" cy="2063750"/>
          </a:xfrm>
          <a:prstGeom prst="rect">
            <a:avLst/>
          </a:prstGeom>
        </p:spPr>
      </p:pic>
    </p:spTree>
    <p:extLst>
      <p:ext uri="{BB962C8B-B14F-4D97-AF65-F5344CB8AC3E}">
        <p14:creationId xmlns:p14="http://schemas.microsoft.com/office/powerpoint/2010/main" val="478330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AE8504D-2A25-82B9-9E6F-6282AD6AA00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91FE674-7132-B43A-4B58-75743B5A3742}"/>
              </a:ext>
            </a:extLst>
          </p:cNvPr>
          <p:cNvPicPr>
            <a:picLocks noChangeAspect="1"/>
          </p:cNvPicPr>
          <p:nvPr/>
        </p:nvPicPr>
        <p:blipFill>
          <a:blip r:embed="rId3"/>
          <a:stretch>
            <a:fillRect/>
          </a:stretch>
        </p:blipFill>
        <p:spPr>
          <a:xfrm>
            <a:off x="66478" y="1192751"/>
            <a:ext cx="2676722" cy="2757998"/>
          </a:xfrm>
          <a:prstGeom prst="rect">
            <a:avLst/>
          </a:prstGeom>
        </p:spPr>
      </p:pic>
      <p:pic>
        <p:nvPicPr>
          <p:cNvPr id="3" name="Picture 2">
            <a:extLst>
              <a:ext uri="{FF2B5EF4-FFF2-40B4-BE49-F238E27FC236}">
                <a16:creationId xmlns:a16="http://schemas.microsoft.com/office/drawing/2014/main" id="{A3970087-706F-5381-96C5-E3C37FE6DA98}"/>
              </a:ext>
            </a:extLst>
          </p:cNvPr>
          <p:cNvPicPr>
            <a:picLocks noChangeAspect="1"/>
          </p:cNvPicPr>
          <p:nvPr/>
        </p:nvPicPr>
        <p:blipFill>
          <a:blip r:embed="rId4"/>
          <a:stretch>
            <a:fillRect/>
          </a:stretch>
        </p:blipFill>
        <p:spPr>
          <a:xfrm>
            <a:off x="2743200" y="1192751"/>
            <a:ext cx="5609322" cy="2845859"/>
          </a:xfrm>
          <a:prstGeom prst="rect">
            <a:avLst/>
          </a:prstGeom>
        </p:spPr>
      </p:pic>
      <p:pic>
        <p:nvPicPr>
          <p:cNvPr id="5" name="Picture 4">
            <a:extLst>
              <a:ext uri="{FF2B5EF4-FFF2-40B4-BE49-F238E27FC236}">
                <a16:creationId xmlns:a16="http://schemas.microsoft.com/office/drawing/2014/main" id="{AB965FF3-91D5-10F4-862E-0B9A68753CC8}"/>
              </a:ext>
            </a:extLst>
          </p:cNvPr>
          <p:cNvPicPr>
            <a:picLocks noChangeAspect="1"/>
          </p:cNvPicPr>
          <p:nvPr/>
        </p:nvPicPr>
        <p:blipFill>
          <a:blip r:embed="rId5"/>
          <a:stretch>
            <a:fillRect/>
          </a:stretch>
        </p:blipFill>
        <p:spPr>
          <a:xfrm>
            <a:off x="6156907" y="1104890"/>
            <a:ext cx="2142543" cy="2228851"/>
          </a:xfrm>
          <a:prstGeom prst="rect">
            <a:avLst/>
          </a:prstGeom>
        </p:spPr>
      </p:pic>
    </p:spTree>
    <p:extLst>
      <p:ext uri="{BB962C8B-B14F-4D97-AF65-F5344CB8AC3E}">
        <p14:creationId xmlns:p14="http://schemas.microsoft.com/office/powerpoint/2010/main" val="93318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9D8E51-D490-A4F8-BAF7-B8396F64ED8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3A11627-FE2F-4289-C089-ACECB59CFBAB}"/>
              </a:ext>
            </a:extLst>
          </p:cNvPr>
          <p:cNvPicPr>
            <a:picLocks noChangeAspect="1"/>
          </p:cNvPicPr>
          <p:nvPr/>
        </p:nvPicPr>
        <p:blipFill>
          <a:blip r:embed="rId3"/>
          <a:stretch>
            <a:fillRect/>
          </a:stretch>
        </p:blipFill>
        <p:spPr>
          <a:xfrm>
            <a:off x="339344" y="1002538"/>
            <a:ext cx="7783348" cy="2756662"/>
          </a:xfrm>
          <a:prstGeom prst="rect">
            <a:avLst/>
          </a:prstGeom>
        </p:spPr>
      </p:pic>
    </p:spTree>
    <p:extLst>
      <p:ext uri="{BB962C8B-B14F-4D97-AF65-F5344CB8AC3E}">
        <p14:creationId xmlns:p14="http://schemas.microsoft.com/office/powerpoint/2010/main" val="1035426158"/>
      </p:ext>
    </p:extLst>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2.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3.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4.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5.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6.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7.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8.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9.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0.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1.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2.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3.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4.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5.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6.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7.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8.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19.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20.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ppt/theme/themeOverride21.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docMetadata/LabelInfo.xml><?xml version="1.0" encoding="utf-8"?>
<clbl:labelList xmlns:clbl="http://schemas.microsoft.com/office/2020/mipLabelMetadata">
  <clbl:label id="{1a407a2d-7675-4d17-8692-b3ac285306e4}" enabled="0" method="" siteId="{1a407a2d-7675-4d17-8692-b3ac285306e4}" removed="1"/>
</clbl:labelList>
</file>

<file path=docProps/app.xml><?xml version="1.0" encoding="utf-8"?>
<Properties xmlns="http://schemas.openxmlformats.org/officeDocument/2006/extended-properties" xmlns:vt="http://schemas.openxmlformats.org/officeDocument/2006/docPropsVTypes">
  <TotalTime>0</TotalTime>
  <Words>3447</Words>
  <Application>Microsoft Office PowerPoint</Application>
  <PresentationFormat>On-screen Show (16:9)</PresentationFormat>
  <Paragraphs>393</Paragraphs>
  <Slides>40</Slides>
  <Notes>40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Roboto</vt:lpstr>
      <vt:lpstr>Nunito SemiBold</vt:lpstr>
      <vt:lpstr>Calibri</vt:lpstr>
      <vt:lpstr>Nunito ExtraBold</vt:lpstr>
      <vt:lpstr>Nunito</vt:lpstr>
      <vt:lpstr>Cambria Math</vt:lpstr>
      <vt:lpstr>Arial</vt:lpstr>
      <vt:lpstr>Just Logo</vt:lpstr>
      <vt:lpstr>Just Logo</vt:lpstr>
      <vt:lpstr>Capstone project : Mentor discussion-3</vt:lpstr>
      <vt:lpstr>Executive Summary: Project</vt:lpstr>
      <vt:lpstr>Target Audience</vt:lpstr>
      <vt:lpstr>Research Questions</vt:lpstr>
      <vt:lpstr>Data</vt:lpstr>
      <vt:lpstr>Data Dictionary</vt:lpstr>
      <vt:lpstr>Approach</vt:lpstr>
      <vt:lpstr>Approach…. contd</vt:lpstr>
      <vt:lpstr>Sample size calculations</vt:lpstr>
      <vt:lpstr>Applications</vt:lpstr>
      <vt:lpstr>Recommendations</vt:lpstr>
      <vt:lpstr>Literature study</vt:lpstr>
      <vt:lpstr>EDA – Basic Data Checks</vt:lpstr>
      <vt:lpstr>Data Dictionary</vt:lpstr>
      <vt:lpstr>Preprocess data – Feature Exclusion</vt:lpstr>
      <vt:lpstr>EDA</vt:lpstr>
      <vt:lpstr>EDA</vt:lpstr>
      <vt:lpstr>EDA</vt:lpstr>
      <vt:lpstr>EDA – Clinical Utilization and Severity Indicators</vt:lpstr>
      <vt:lpstr>EDA</vt:lpstr>
      <vt:lpstr>EDA</vt:lpstr>
      <vt:lpstr>EDA</vt:lpstr>
      <vt:lpstr>EDA – Diabetes Management Variables</vt:lpstr>
      <vt:lpstr>EDA</vt:lpstr>
      <vt:lpstr>EDA – Target Variable</vt:lpstr>
      <vt:lpstr>Feature Engineering</vt:lpstr>
      <vt:lpstr>Feature Engineering</vt:lpstr>
      <vt:lpstr>Feature Engineering</vt:lpstr>
      <vt:lpstr>Feature Engineering</vt:lpstr>
      <vt:lpstr>Modelling</vt:lpstr>
      <vt:lpstr>Results – RQ1</vt:lpstr>
      <vt:lpstr>Results – RQ2</vt:lpstr>
      <vt:lpstr>Results – RQ3</vt:lpstr>
      <vt:lpstr>Results – RQ4</vt:lpstr>
      <vt:lpstr>Results – Summary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Ashok, Ajit</dc:creator>
  <cp:lastModifiedBy>Shenvi, Ajit Ashok</cp:lastModifiedBy>
  <cp:revision>1</cp:revision>
  <dcterms:modified xsi:type="dcterms:W3CDTF">2026-05-03T04:27:30Z</dcterms:modified>
</cp:coreProperties>
</file>